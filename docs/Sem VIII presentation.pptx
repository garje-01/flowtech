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3" r:id="rId2"/>
    <p:sldMasterId id="2147483673" r:id="rId3"/>
    <p:sldMasterId id="2147483676" r:id="rId4"/>
  </p:sldMasterIdLst>
  <p:notesMasterIdLst>
    <p:notesMasterId r:id="rId4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9144000" cy="5143500" type="screen16x9"/>
  <p:notesSz cx="6761163" cy="9942513"/>
  <p:embeddedFontLst>
    <p:embeddedFont>
      <p:font typeface="Quattrocento Sans" panose="020B0502050000020003"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
          <p15:clr>
            <a:srgbClr val="A4A3A4"/>
          </p15:clr>
        </p15:guide>
        <p15:guide id="2" pos="2837">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hY3ctCxk925UF+AgnrUbGGowh40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9F85D7-A648-47C8-ABF6-30C148A1EC1C}">
  <a:tblStyle styleId="{249F85D7-A648-47C8-ABF6-30C148A1EC1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73D9453-3D1F-48BB-8D19-0919269DF974}"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Arial"/>
          <a:ea typeface="Arial"/>
          <a:cs typeface="Arial"/>
        </a:font>
        <a:schemeClr val="lt1"/>
      </a:tcTxStyle>
      <a:tcStyle>
        <a:tcBdr/>
        <a:fill>
          <a:solidFill>
            <a:schemeClr val="accent6"/>
          </a:solidFill>
        </a:fill>
      </a:tcStyle>
    </a:lastCol>
    <a:firstCol>
      <a:tcTxStyle b="on" i="off">
        <a:font>
          <a:latin typeface="Arial"/>
          <a:ea typeface="Arial"/>
          <a:cs typeface="Arial"/>
        </a:font>
        <a:schemeClr val="lt1"/>
      </a:tcTxStyle>
      <a:tcStyle>
        <a:tcBdr/>
        <a:fill>
          <a:solidFill>
            <a:schemeClr val="accent6"/>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62ADE25A-9D7A-4AF5-B94D-1231365E6B66}"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CE7"/>
          </a:solidFill>
        </a:fill>
      </a:tcStyle>
    </a:wholeTbl>
    <a:band1H>
      <a:tcTxStyle/>
      <a:tcStyle>
        <a:tcBdr/>
        <a:fill>
          <a:solidFill>
            <a:srgbClr val="F8D6CC"/>
          </a:solidFill>
        </a:fill>
      </a:tcStyle>
    </a:band1H>
    <a:band2H>
      <a:tcTxStyle/>
      <a:tcStyle>
        <a:tcBdr/>
      </a:tcStyle>
    </a:band2H>
    <a:band1V>
      <a:tcTxStyle/>
      <a:tcStyle>
        <a:tcBdr/>
        <a:fill>
          <a:solidFill>
            <a:srgbClr val="F8D6CC"/>
          </a:solidFill>
        </a:fill>
      </a:tcStyle>
    </a:band1V>
    <a:band2V>
      <a:tcTxStyle/>
      <a:tcStyle>
        <a:tcBdr/>
      </a:tcStyle>
    </a:band2V>
    <a:lastCol>
      <a:tcTxStyle b="on" i="off">
        <a:font>
          <a:latin typeface="Arial"/>
          <a:ea typeface="Arial"/>
          <a:cs typeface="Arial"/>
        </a:font>
        <a:schemeClr val="lt1"/>
      </a:tcTxStyle>
      <a:tcStyle>
        <a:tcBdr/>
        <a:fill>
          <a:solidFill>
            <a:schemeClr val="accent2"/>
          </a:solidFill>
        </a:fill>
      </a:tcStyle>
    </a:lastCol>
    <a:firstCol>
      <a:tcTxStyle b="on" i="off">
        <a:font>
          <a:latin typeface="Arial"/>
          <a:ea typeface="Arial"/>
          <a:cs typeface="Arial"/>
        </a:font>
        <a:schemeClr val="lt1"/>
      </a:tcTxStyle>
      <a:tcStyle>
        <a:tcBdr/>
        <a:fill>
          <a:solidFill>
            <a:schemeClr val="accent2"/>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278CF5D0-BAC3-427A-A942-1BCA0A6B272A}"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C3DFF2C-C29B-4000-AC2C-2F539CC5E40C}" styleName="Table_4">
    <a:wholeTbl>
      <a:tcTxStyle b="off" i="off">
        <a:font>
          <a:latin typeface="Segoe UI"/>
          <a:ea typeface="Segoe UI"/>
          <a:cs typeface="Segoe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a:tcStyle>
        <a:tcBdr/>
        <a:fill>
          <a:solidFill>
            <a:srgbClr val="CBCBCB"/>
          </a:solidFill>
        </a:fill>
      </a:tcStyle>
    </a:band1H>
    <a:band2H>
      <a:tcTxStyle/>
      <a:tcStyle>
        <a:tcBdr/>
      </a:tcStyle>
    </a:band2H>
    <a:band1V>
      <a:tcTxStyle/>
      <a:tcStyle>
        <a:tcBdr/>
        <a:fill>
          <a:solidFill>
            <a:srgbClr val="CBCBCB"/>
          </a:solidFill>
        </a:fill>
      </a:tcStyle>
    </a:band1V>
    <a:band2V>
      <a:tcTxStyle/>
      <a:tcStyle>
        <a:tcBdr/>
      </a:tcStyle>
    </a:band2V>
    <a:lastCol>
      <a:tcTxStyle b="on" i="off">
        <a:font>
          <a:latin typeface="Segoe UI"/>
          <a:ea typeface="Segoe UI"/>
          <a:cs typeface="Segoe UI"/>
        </a:font>
        <a:schemeClr val="lt1"/>
      </a:tcTxStyle>
      <a:tcStyle>
        <a:tcBdr/>
        <a:fill>
          <a:solidFill>
            <a:schemeClr val="dk1"/>
          </a:solidFill>
        </a:fill>
      </a:tcStyle>
    </a:lastCol>
    <a:firstCol>
      <a:tcTxStyle b="on" i="off">
        <a:font>
          <a:latin typeface="Segoe UI"/>
          <a:ea typeface="Segoe UI"/>
          <a:cs typeface="Segoe UI"/>
        </a:font>
        <a:schemeClr val="lt1"/>
      </a:tcTxStyle>
      <a:tcStyle>
        <a:tcBdr/>
        <a:fill>
          <a:solidFill>
            <a:schemeClr val="dk1"/>
          </a:solidFill>
        </a:fill>
      </a:tcStyle>
    </a:firstCol>
    <a:lastRow>
      <a:tcTxStyle b="on" i="off">
        <a:font>
          <a:latin typeface="Segoe UI"/>
          <a:ea typeface="Segoe UI"/>
          <a:cs typeface="Segoe U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Segoe UI"/>
          <a:ea typeface="Segoe UI"/>
          <a:cs typeface="Segoe U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62"/>
      </p:cViewPr>
      <p:guideLst>
        <p:guide orient="horz" pos="1412"/>
        <p:guide pos="28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50" Type="http://customschemas.google.com/relationships/presentationmetadata" Target="metadata"/><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2: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Copyright </a:t>
            </a:r>
            <a:r>
              <a:rPr lang="en-US" b="1"/>
              <a:t>PresentationGO.com</a:t>
            </a:r>
            <a:r>
              <a:rPr lang="en-US"/>
              <a:t> – The free PowerPoint and Google Slides template library</a:t>
            </a:r>
            <a:endParaRPr/>
          </a:p>
        </p:txBody>
      </p:sp>
      <p:sp>
        <p:nvSpPr>
          <p:cNvPr id="299" name="Google Shape;299;p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68" name="Google Shape;368;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374" name="Google Shape;3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0: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93" name="Google Shape;393;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1: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99" name="Google Shape;399;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2" name="Google Shape;412;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441" name="Google Shape;44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bc65d2d132_0_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bc65d2d132_0_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g3bc65d2d132_0_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1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bc65d2d132_0_1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bc65d2d132_0_18: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g3bc65d2d132_0_18: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bc65d2d132_0_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3bc65d2d132_0_1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g3bc65d2d132_0_1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bc65d2d132_0_4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bc65d2d132_0_43: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g3bc65d2d132_0_43: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bc65d2d132_0_5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3bc65d2d132_0_54: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3bc65d2d132_0_54: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bc65d2d132_0_5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bc65d2d132_0_59: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3bc65d2d132_0_59: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bc65d2d132_0_6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bc65d2d132_0_64: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g3bc65d2d132_0_64: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bc65d2d132_0_6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bc65d2d132_0_69: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g3bc65d2d132_0_69: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bc65d2d132_0_7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bc65d2d132_0_74: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g3bc65d2d132_0_74: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bc65d2d132_0_7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3bc65d2d132_0_79: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g3bc65d2d132_0_79: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bc65d2d132_0_9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3bc65d2d132_0_95: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5" name="Google Shape;525;g3bc65d2d132_0_95: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bc65d2d132_0_8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bc65d2d132_0_84: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g3bc65d2d132_0_84: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bc65d2d132_0_1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3bc65d2d132_0_112:notes"/>
          <p:cNvSpPr txBox="1">
            <a:spLocks noGrp="1"/>
          </p:cNvSpPr>
          <p:nvPr>
            <p:ph type="body" idx="1"/>
          </p:nvPr>
        </p:nvSpPr>
        <p:spPr>
          <a:xfrm>
            <a:off x="676117" y="4784835"/>
            <a:ext cx="5409000" cy="3915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g3bc65d2d132_0_112:notes"/>
          <p:cNvSpPr txBox="1">
            <a:spLocks noGrp="1"/>
          </p:cNvSpPr>
          <p:nvPr>
            <p:ph type="sldNum" idx="12"/>
          </p:nvPr>
        </p:nvSpPr>
        <p:spPr>
          <a:xfrm>
            <a:off x="3829761" y="9443662"/>
            <a:ext cx="2929800" cy="498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1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1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2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2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2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22: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22: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6.jp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jp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6.jp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100000" sy="100000" flip="none" algn="tl"/>
        </a:blipFill>
        <a:effectLst/>
      </p:bgPr>
    </p:bg>
    <p:spTree>
      <p:nvGrpSpPr>
        <p:cNvPr id="1" name="Shape 10"/>
        <p:cNvGrpSpPr/>
        <p:nvPr/>
      </p:nvGrpSpPr>
      <p:grpSpPr>
        <a:xfrm>
          <a:off x="0" y="0"/>
          <a:ext cx="0" cy="0"/>
          <a:chOff x="0" y="0"/>
          <a:chExt cx="0" cy="0"/>
        </a:xfrm>
      </p:grpSpPr>
      <p:sp>
        <p:nvSpPr>
          <p:cNvPr id="11" name="Google Shape;11;p24"/>
          <p:cNvSpPr/>
          <p:nvPr/>
        </p:nvSpPr>
        <p:spPr>
          <a:xfrm>
            <a:off x="0" y="3943350"/>
            <a:ext cx="9144000" cy="857250"/>
          </a:xfrm>
          <a:prstGeom prst="rect">
            <a:avLst/>
          </a:prstGeom>
          <a:solidFill>
            <a:srgbClr val="FFFFFF"/>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12" name="Google Shape;12;p24"/>
          <p:cNvSpPr/>
          <p:nvPr/>
        </p:nvSpPr>
        <p:spPr>
          <a:xfrm>
            <a:off x="0" y="4000500"/>
            <a:ext cx="1295400" cy="742950"/>
          </a:xfrm>
          <a:prstGeom prst="rect">
            <a:avLst/>
          </a:prstGeom>
          <a:solidFill>
            <a:srgbClr val="B3C6E7"/>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13" name="Google Shape;13;p24"/>
          <p:cNvSpPr/>
          <p:nvPr/>
        </p:nvSpPr>
        <p:spPr>
          <a:xfrm>
            <a:off x="1371600" y="4000500"/>
            <a:ext cx="7772400" cy="742950"/>
          </a:xfrm>
          <a:prstGeom prst="rect">
            <a:avLst/>
          </a:prstGeom>
          <a:solidFill>
            <a:schemeClr val="accent1"/>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b="1" i="0" u="none" strike="noStrike" cap="none">
              <a:solidFill>
                <a:schemeClr val="lt1"/>
              </a:solidFill>
              <a:latin typeface="Arial"/>
              <a:ea typeface="Arial"/>
              <a:cs typeface="Arial"/>
              <a:sym typeface="Arial"/>
            </a:endParaRPr>
          </a:p>
        </p:txBody>
      </p:sp>
      <p:sp>
        <p:nvSpPr>
          <p:cNvPr id="14" name="Google Shape;14;p24"/>
          <p:cNvSpPr txBox="1">
            <a:spLocks noGrp="1"/>
          </p:cNvSpPr>
          <p:nvPr>
            <p:ph type="body" idx="1"/>
          </p:nvPr>
        </p:nvSpPr>
        <p:spPr>
          <a:xfrm>
            <a:off x="116042" y="3451860"/>
            <a:ext cx="8911918" cy="514350"/>
          </a:xfrm>
          <a:prstGeom prst="rect">
            <a:avLst/>
          </a:prstGeom>
          <a:noFill/>
          <a:ln>
            <a:noFill/>
          </a:ln>
        </p:spPr>
        <p:txBody>
          <a:bodyPr spcFirstLastPara="1" wrap="square" lIns="109450" tIns="54725" rIns="109450" bIns="54725" anchor="t" anchorCtr="0">
            <a:noAutofit/>
          </a:bodyPr>
          <a:lstStyle>
            <a:lvl1pPr marL="457200" marR="0" lvl="0" indent="-228600" algn="ctr" rtl="0">
              <a:spcBef>
                <a:spcPts val="420"/>
              </a:spcBef>
              <a:spcAft>
                <a:spcPts val="0"/>
              </a:spcAft>
              <a:buClr>
                <a:srgbClr val="002060"/>
              </a:buClr>
              <a:buSzPts val="2100"/>
              <a:buFont typeface="Arial"/>
              <a:buNone/>
              <a:defRPr sz="2100" b="0" i="0" u="none" strike="noStrike" cap="none">
                <a:solidFill>
                  <a:srgbClr val="002060"/>
                </a:solidFill>
                <a:latin typeface="Calibri"/>
                <a:ea typeface="Calibri"/>
                <a:cs typeface="Calibri"/>
                <a:sym typeface="Calibri"/>
              </a:defRPr>
            </a:lvl1pPr>
            <a:lvl2pPr marL="914400" marR="0" lvl="1" indent="-228600" algn="l" rtl="0">
              <a:spcBef>
                <a:spcPts val="330"/>
              </a:spcBef>
              <a:spcAft>
                <a:spcPts val="0"/>
              </a:spcAft>
              <a:buClr>
                <a:srgbClr val="888888"/>
              </a:buClr>
              <a:buSzPts val="1650"/>
              <a:buFont typeface="Arial"/>
              <a:buNone/>
              <a:defRPr sz="1650" b="0" i="0" u="none" strike="noStrike" cap="none">
                <a:solidFill>
                  <a:srgbClr val="888888"/>
                </a:solidFill>
                <a:latin typeface="Arial"/>
                <a:ea typeface="Arial"/>
                <a:cs typeface="Arial"/>
                <a:sym typeface="Arial"/>
              </a:defRPr>
            </a:lvl2pPr>
            <a:lvl3pPr marL="1371600" marR="0" lvl="2" indent="-228600" algn="l" rtl="0">
              <a:spcBef>
                <a:spcPts val="285"/>
              </a:spcBef>
              <a:spcAft>
                <a:spcPts val="0"/>
              </a:spcAft>
              <a:buClr>
                <a:srgbClr val="888888"/>
              </a:buClr>
              <a:buSzPts val="1425"/>
              <a:buFont typeface="Arial"/>
              <a:buNone/>
              <a:defRPr sz="1425" b="0" i="0" u="none" strike="noStrike" cap="none">
                <a:solidFill>
                  <a:srgbClr val="888888"/>
                </a:solidFill>
                <a:latin typeface="Arial"/>
                <a:ea typeface="Arial"/>
                <a:cs typeface="Arial"/>
                <a:sym typeface="Arial"/>
              </a:defRPr>
            </a:lvl3pPr>
            <a:lvl4pPr marL="1828800" marR="0" lvl="3" indent="-228600" algn="l" rtl="0">
              <a:spcBef>
                <a:spcPts val="255"/>
              </a:spcBef>
              <a:spcAft>
                <a:spcPts val="0"/>
              </a:spcAft>
              <a:buClr>
                <a:srgbClr val="888888"/>
              </a:buClr>
              <a:buSzPts val="1275"/>
              <a:buFont typeface="Arial"/>
              <a:buNone/>
              <a:defRPr sz="1275" b="0" i="0" u="none" strike="noStrike" cap="none">
                <a:solidFill>
                  <a:srgbClr val="888888"/>
                </a:solidFill>
                <a:latin typeface="Arial"/>
                <a:ea typeface="Arial"/>
                <a:cs typeface="Arial"/>
                <a:sym typeface="Arial"/>
              </a:defRPr>
            </a:lvl4pPr>
            <a:lvl5pPr marL="2286000" marR="0" lvl="4" indent="-228600" algn="l" rtl="0">
              <a:spcBef>
                <a:spcPts val="255"/>
              </a:spcBef>
              <a:spcAft>
                <a:spcPts val="0"/>
              </a:spcAft>
              <a:buClr>
                <a:srgbClr val="888888"/>
              </a:buClr>
              <a:buSzPts val="1275"/>
              <a:buFont typeface="Arial"/>
              <a:buNone/>
              <a:defRPr sz="1275" b="0" i="0" u="none" strike="noStrike" cap="none">
                <a:solidFill>
                  <a:srgbClr val="888888"/>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5" name="Google Shape;15;p24"/>
          <p:cNvSpPr txBox="1">
            <a:spLocks noGrp="1"/>
          </p:cNvSpPr>
          <p:nvPr>
            <p:ph type="title"/>
          </p:nvPr>
        </p:nvSpPr>
        <p:spPr>
          <a:xfrm>
            <a:off x="1371601" y="4000500"/>
            <a:ext cx="7620000" cy="7429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002060"/>
              </a:buClr>
              <a:buSzPts val="3600"/>
              <a:buFont typeface="Arial"/>
              <a:buNone/>
              <a:defRPr sz="3600" b="0" i="0" u="none" strike="noStrike" cap="non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6" name="Google Shape;16;p24"/>
          <p:cNvPicPr preferRelativeResize="0"/>
          <p:nvPr/>
        </p:nvPicPr>
        <p:blipFill rotWithShape="1">
          <a:blip r:embed="rId3">
            <a:alphaModFix/>
          </a:blip>
          <a:srcRect l="16423" t="15001" r="16424" b="13600"/>
          <a:stretch/>
        </p:blipFill>
        <p:spPr>
          <a:xfrm>
            <a:off x="4103948" y="342900"/>
            <a:ext cx="936104" cy="132614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sic Layout">
  <p:cSld name="Basic Layout">
    <p:spTree>
      <p:nvGrpSpPr>
        <p:cNvPr id="1" name="Shape 17"/>
        <p:cNvGrpSpPr/>
        <p:nvPr/>
      </p:nvGrpSpPr>
      <p:grpSpPr>
        <a:xfrm>
          <a:off x="0" y="0"/>
          <a:ext cx="0" cy="0"/>
          <a:chOff x="0" y="0"/>
          <a:chExt cx="0" cy="0"/>
        </a:xfrm>
      </p:grpSpPr>
      <p:sp>
        <p:nvSpPr>
          <p:cNvPr id="18" name="Google Shape;18;p27"/>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9" name="Google Shape;19;p27"/>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0" name="Google Shape;20;p27"/>
          <p:cNvSpPr/>
          <p:nvPr/>
        </p:nvSpPr>
        <p:spPr>
          <a:xfrm>
            <a:off x="0" y="4963500"/>
            <a:ext cx="9144000" cy="18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 name="Google Shape;21;p27"/>
          <p:cNvSpPr/>
          <p:nvPr/>
        </p:nvSpPr>
        <p:spPr>
          <a:xfrm>
            <a:off x="0" y="0"/>
            <a:ext cx="9144000" cy="72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solidFill>
          <a:schemeClr val="accent1"/>
        </a:solidFill>
        <a:effectLst/>
      </p:bgPr>
    </p:bg>
    <p:spTree>
      <p:nvGrpSpPr>
        <p:cNvPr id="1" name="Shape 22"/>
        <p:cNvGrpSpPr/>
        <p:nvPr/>
      </p:nvGrpSpPr>
      <p:grpSpPr>
        <a:xfrm>
          <a:off x="0" y="0"/>
          <a:ext cx="0" cy="0"/>
          <a:chOff x="0" y="0"/>
          <a:chExt cx="0" cy="0"/>
        </a:xfrm>
      </p:grpSpPr>
      <p:sp>
        <p:nvSpPr>
          <p:cNvPr id="23" name="Google Shape;23;p37"/>
          <p:cNvSpPr txBox="1">
            <a:spLocks noGrp="1"/>
          </p:cNvSpPr>
          <p:nvPr>
            <p:ph type="body" idx="1"/>
          </p:nvPr>
        </p:nvSpPr>
        <p:spPr>
          <a:xfrm>
            <a:off x="3851920" y="1794902"/>
            <a:ext cx="5292080" cy="1080121"/>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64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4" name="Google Shape;24;p37"/>
          <p:cNvSpPr txBox="1">
            <a:spLocks noGrp="1"/>
          </p:cNvSpPr>
          <p:nvPr>
            <p:ph type="body" idx="2"/>
          </p:nvPr>
        </p:nvSpPr>
        <p:spPr>
          <a:xfrm>
            <a:off x="3851772" y="2947030"/>
            <a:ext cx="5292080" cy="488816"/>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28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pic>
        <p:nvPicPr>
          <p:cNvPr id="25" name="Google Shape;25;p37" descr="E:\002-KIMS BUSINESS\007-02-Fullslidesppt-Contents\20161228\02-edu\bulb-item.png"/>
          <p:cNvPicPr preferRelativeResize="0"/>
          <p:nvPr/>
        </p:nvPicPr>
        <p:blipFill rotWithShape="1">
          <a:blip r:embed="rId2">
            <a:alphaModFix/>
          </a:blip>
          <a:srcRect/>
          <a:stretch/>
        </p:blipFill>
        <p:spPr>
          <a:xfrm>
            <a:off x="1152640" y="657349"/>
            <a:ext cx="1765300" cy="39179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 Slide Layout">
  <p:cSld name="End Slide Layout">
    <p:spTree>
      <p:nvGrpSpPr>
        <p:cNvPr id="1" name="Shape 26"/>
        <p:cNvGrpSpPr/>
        <p:nvPr/>
      </p:nvGrpSpPr>
      <p:grpSpPr>
        <a:xfrm>
          <a:off x="0" y="0"/>
          <a:ext cx="0" cy="0"/>
          <a:chOff x="0" y="0"/>
          <a:chExt cx="0" cy="0"/>
        </a:xfrm>
      </p:grpSpPr>
      <p:sp>
        <p:nvSpPr>
          <p:cNvPr id="27" name="Google Shape;27;p38"/>
          <p:cNvSpPr txBox="1">
            <a:spLocks noGrp="1"/>
          </p:cNvSpPr>
          <p:nvPr>
            <p:ph type="body" idx="1"/>
          </p:nvPr>
        </p:nvSpPr>
        <p:spPr>
          <a:xfrm>
            <a:off x="0" y="3572242"/>
            <a:ext cx="9144000" cy="57606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Google Shape;28;p38"/>
          <p:cNvSpPr txBox="1">
            <a:spLocks noGrp="1"/>
          </p:cNvSpPr>
          <p:nvPr>
            <p:ph type="body" idx="2"/>
          </p:nvPr>
        </p:nvSpPr>
        <p:spPr>
          <a:xfrm>
            <a:off x="-148" y="4148306"/>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9" name="Google Shape;29;p38"/>
          <p:cNvSpPr/>
          <p:nvPr/>
        </p:nvSpPr>
        <p:spPr>
          <a:xfrm>
            <a:off x="3311860" y="737642"/>
            <a:ext cx="2520280" cy="252028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0" name="Google Shape;30;p38" descr="E:\002-KIMS BUSINESS\007-02-Fullslidesppt-Contents\20161228\02-edu\bulb-item.png"/>
          <p:cNvPicPr preferRelativeResize="0"/>
          <p:nvPr/>
        </p:nvPicPr>
        <p:blipFill rotWithShape="1">
          <a:blip r:embed="rId2">
            <a:alphaModFix/>
          </a:blip>
          <a:srcRect/>
          <a:stretch/>
        </p:blipFill>
        <p:spPr>
          <a:xfrm>
            <a:off x="4162351" y="1139211"/>
            <a:ext cx="819298" cy="1818368"/>
          </a:xfrm>
          <a:prstGeom prst="rect">
            <a:avLst/>
          </a:prstGeom>
          <a:noFill/>
          <a:ln>
            <a:noFill/>
          </a:ln>
        </p:spPr>
      </p:pic>
      <p:pic>
        <p:nvPicPr>
          <p:cNvPr id="31" name="Google Shape;31;p38"/>
          <p:cNvPicPr preferRelativeResize="0"/>
          <p:nvPr/>
        </p:nvPicPr>
        <p:blipFill rotWithShape="1">
          <a:blip r:embed="rId3">
            <a:alphaModFix/>
          </a:blip>
          <a:srcRect l="16423" t="15001" r="16424" b="13600"/>
          <a:stretch/>
        </p:blipFill>
        <p:spPr>
          <a:xfrm>
            <a:off x="8316416" y="179105"/>
            <a:ext cx="576064" cy="81609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sic Layout">
  <p:cSld name="Basic Layout">
    <p:spTree>
      <p:nvGrpSpPr>
        <p:cNvPr id="1" name="Shape 35"/>
        <p:cNvGrpSpPr/>
        <p:nvPr/>
      </p:nvGrpSpPr>
      <p:grpSpPr>
        <a:xfrm>
          <a:off x="0" y="0"/>
          <a:ext cx="0" cy="0"/>
          <a:chOff x="0" y="0"/>
          <a:chExt cx="0" cy="0"/>
        </a:xfrm>
      </p:grpSpPr>
      <p:sp>
        <p:nvSpPr>
          <p:cNvPr id="36" name="Google Shape;36;p26"/>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7" name="Google Shape;37;p26"/>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8" name="Google Shape;38;p26"/>
          <p:cNvSpPr/>
          <p:nvPr/>
        </p:nvSpPr>
        <p:spPr>
          <a:xfrm>
            <a:off x="0" y="4963500"/>
            <a:ext cx="9144000" cy="18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 name="Google Shape;39;p26"/>
          <p:cNvSpPr/>
          <p:nvPr/>
        </p:nvSpPr>
        <p:spPr>
          <a:xfrm>
            <a:off x="0" y="0"/>
            <a:ext cx="9144000" cy="72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Agenda Layout">
  <p:cSld name="1_Agenda Layout">
    <p:spTree>
      <p:nvGrpSpPr>
        <p:cNvPr id="1" name="Shape 40"/>
        <p:cNvGrpSpPr/>
        <p:nvPr/>
      </p:nvGrpSpPr>
      <p:grpSpPr>
        <a:xfrm>
          <a:off x="0" y="0"/>
          <a:ext cx="0" cy="0"/>
          <a:chOff x="0" y="0"/>
          <a:chExt cx="0" cy="0"/>
        </a:xfrm>
      </p:grpSpPr>
      <p:sp>
        <p:nvSpPr>
          <p:cNvPr id="41" name="Google Shape;41;p30"/>
          <p:cNvSpPr/>
          <p:nvPr/>
        </p:nvSpPr>
        <p:spPr>
          <a:xfrm>
            <a:off x="-2604" y="0"/>
            <a:ext cx="1584176"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2" name="Google Shape;42;p30" descr="E:\002-KIMS BUSINESS\007-02-Fullslidesppt-Contents\20161228\02-edu\bulb-item2.png"/>
          <p:cNvPicPr preferRelativeResize="0"/>
          <p:nvPr/>
        </p:nvPicPr>
        <p:blipFill rotWithShape="1">
          <a:blip r:embed="rId2">
            <a:alphaModFix/>
          </a:blip>
          <a:srcRect/>
          <a:stretch/>
        </p:blipFill>
        <p:spPr>
          <a:xfrm>
            <a:off x="316735" y="2931790"/>
            <a:ext cx="945499" cy="20984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100000" sy="100000" flip="none" algn="tl"/>
        </a:blipFill>
        <a:effectLst/>
      </p:bgPr>
    </p:bg>
    <p:spTree>
      <p:nvGrpSpPr>
        <p:cNvPr id="1" name="Shape 43"/>
        <p:cNvGrpSpPr/>
        <p:nvPr/>
      </p:nvGrpSpPr>
      <p:grpSpPr>
        <a:xfrm>
          <a:off x="0" y="0"/>
          <a:ext cx="0" cy="0"/>
          <a:chOff x="0" y="0"/>
          <a:chExt cx="0" cy="0"/>
        </a:xfrm>
      </p:grpSpPr>
      <p:sp>
        <p:nvSpPr>
          <p:cNvPr id="44" name="Google Shape;44;p36"/>
          <p:cNvSpPr/>
          <p:nvPr/>
        </p:nvSpPr>
        <p:spPr>
          <a:xfrm>
            <a:off x="0" y="3943350"/>
            <a:ext cx="9144000" cy="857250"/>
          </a:xfrm>
          <a:prstGeom prst="rect">
            <a:avLst/>
          </a:prstGeom>
          <a:solidFill>
            <a:srgbClr val="FFFFFF"/>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45" name="Google Shape;45;p36"/>
          <p:cNvSpPr/>
          <p:nvPr/>
        </p:nvSpPr>
        <p:spPr>
          <a:xfrm>
            <a:off x="0" y="4000500"/>
            <a:ext cx="1295400" cy="742950"/>
          </a:xfrm>
          <a:prstGeom prst="rect">
            <a:avLst/>
          </a:prstGeom>
          <a:solidFill>
            <a:srgbClr val="B3C6E7"/>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46" name="Google Shape;46;p36"/>
          <p:cNvSpPr/>
          <p:nvPr/>
        </p:nvSpPr>
        <p:spPr>
          <a:xfrm>
            <a:off x="1371600" y="4000500"/>
            <a:ext cx="7772400" cy="742950"/>
          </a:xfrm>
          <a:prstGeom prst="rect">
            <a:avLst/>
          </a:prstGeom>
          <a:solidFill>
            <a:schemeClr val="accent1"/>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b="1">
              <a:solidFill>
                <a:srgbClr val="FFFFFF"/>
              </a:solidFill>
              <a:latin typeface="Arial"/>
              <a:ea typeface="Arial"/>
              <a:cs typeface="Arial"/>
              <a:sym typeface="Arial"/>
            </a:endParaRPr>
          </a:p>
        </p:txBody>
      </p:sp>
      <p:sp>
        <p:nvSpPr>
          <p:cNvPr id="47" name="Google Shape;47;p36"/>
          <p:cNvSpPr txBox="1">
            <a:spLocks noGrp="1"/>
          </p:cNvSpPr>
          <p:nvPr>
            <p:ph type="body" idx="1"/>
          </p:nvPr>
        </p:nvSpPr>
        <p:spPr>
          <a:xfrm>
            <a:off x="116042" y="3451860"/>
            <a:ext cx="8911918" cy="514350"/>
          </a:xfrm>
          <a:prstGeom prst="rect">
            <a:avLst/>
          </a:prstGeom>
          <a:noFill/>
          <a:ln>
            <a:noFill/>
          </a:ln>
        </p:spPr>
        <p:txBody>
          <a:bodyPr spcFirstLastPara="1" wrap="square" lIns="109450" tIns="54725" rIns="109450" bIns="54725" anchor="t" anchorCtr="0">
            <a:noAutofit/>
          </a:bodyPr>
          <a:lstStyle>
            <a:lvl1pPr marL="457200" marR="0" lvl="0" indent="-228600" algn="ctr" rtl="0">
              <a:spcBef>
                <a:spcPts val="420"/>
              </a:spcBef>
              <a:spcAft>
                <a:spcPts val="0"/>
              </a:spcAft>
              <a:buClr>
                <a:srgbClr val="002060"/>
              </a:buClr>
              <a:buSzPts val="2100"/>
              <a:buFont typeface="Arial"/>
              <a:buNone/>
              <a:defRPr sz="2100" b="0" i="0" u="none" strike="noStrike" cap="none">
                <a:solidFill>
                  <a:srgbClr val="002060"/>
                </a:solidFill>
                <a:latin typeface="Calibri"/>
                <a:ea typeface="Calibri"/>
                <a:cs typeface="Calibri"/>
                <a:sym typeface="Calibri"/>
              </a:defRPr>
            </a:lvl1pPr>
            <a:lvl2pPr marL="914400" marR="0" lvl="1" indent="-228600" algn="l" rtl="0">
              <a:spcBef>
                <a:spcPts val="330"/>
              </a:spcBef>
              <a:spcAft>
                <a:spcPts val="0"/>
              </a:spcAft>
              <a:buClr>
                <a:srgbClr val="888888"/>
              </a:buClr>
              <a:buSzPts val="1650"/>
              <a:buFont typeface="Arial"/>
              <a:buNone/>
              <a:defRPr sz="1650" b="0" i="0" u="none" strike="noStrike" cap="none">
                <a:solidFill>
                  <a:srgbClr val="888888"/>
                </a:solidFill>
                <a:latin typeface="Arial"/>
                <a:ea typeface="Arial"/>
                <a:cs typeface="Arial"/>
                <a:sym typeface="Arial"/>
              </a:defRPr>
            </a:lvl2pPr>
            <a:lvl3pPr marL="1371600" marR="0" lvl="2" indent="-228600" algn="l" rtl="0">
              <a:spcBef>
                <a:spcPts val="285"/>
              </a:spcBef>
              <a:spcAft>
                <a:spcPts val="0"/>
              </a:spcAft>
              <a:buClr>
                <a:srgbClr val="888888"/>
              </a:buClr>
              <a:buSzPts val="1425"/>
              <a:buFont typeface="Arial"/>
              <a:buNone/>
              <a:defRPr sz="1425" b="0" i="0" u="none" strike="noStrike" cap="none">
                <a:solidFill>
                  <a:srgbClr val="888888"/>
                </a:solidFill>
                <a:latin typeface="Arial"/>
                <a:ea typeface="Arial"/>
                <a:cs typeface="Arial"/>
                <a:sym typeface="Arial"/>
              </a:defRPr>
            </a:lvl3pPr>
            <a:lvl4pPr marL="1828800" marR="0" lvl="3" indent="-228600" algn="l" rtl="0">
              <a:spcBef>
                <a:spcPts val="255"/>
              </a:spcBef>
              <a:spcAft>
                <a:spcPts val="0"/>
              </a:spcAft>
              <a:buClr>
                <a:srgbClr val="888888"/>
              </a:buClr>
              <a:buSzPts val="1275"/>
              <a:buFont typeface="Arial"/>
              <a:buNone/>
              <a:defRPr sz="1275" b="0" i="0" u="none" strike="noStrike" cap="none">
                <a:solidFill>
                  <a:srgbClr val="888888"/>
                </a:solidFill>
                <a:latin typeface="Arial"/>
                <a:ea typeface="Arial"/>
                <a:cs typeface="Arial"/>
                <a:sym typeface="Arial"/>
              </a:defRPr>
            </a:lvl4pPr>
            <a:lvl5pPr marL="2286000" marR="0" lvl="4" indent="-228600" algn="l" rtl="0">
              <a:spcBef>
                <a:spcPts val="255"/>
              </a:spcBef>
              <a:spcAft>
                <a:spcPts val="0"/>
              </a:spcAft>
              <a:buClr>
                <a:srgbClr val="888888"/>
              </a:buClr>
              <a:buSzPts val="1275"/>
              <a:buFont typeface="Arial"/>
              <a:buNone/>
              <a:defRPr sz="1275" b="0" i="0" u="none" strike="noStrike" cap="none">
                <a:solidFill>
                  <a:srgbClr val="888888"/>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48" name="Google Shape;48;p36"/>
          <p:cNvSpPr txBox="1">
            <a:spLocks noGrp="1"/>
          </p:cNvSpPr>
          <p:nvPr>
            <p:ph type="title"/>
          </p:nvPr>
        </p:nvSpPr>
        <p:spPr>
          <a:xfrm>
            <a:off x="1371601" y="4000500"/>
            <a:ext cx="7620000" cy="7429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002060"/>
              </a:buClr>
              <a:buSzPts val="3600"/>
              <a:buFont typeface="Arial"/>
              <a:buNone/>
              <a:defRPr sz="3600" b="0" i="0" u="none" strike="noStrike" cap="non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49" name="Google Shape;49;p36"/>
          <p:cNvPicPr preferRelativeResize="0"/>
          <p:nvPr/>
        </p:nvPicPr>
        <p:blipFill rotWithShape="1">
          <a:blip r:embed="rId3">
            <a:alphaModFix/>
          </a:blip>
          <a:srcRect l="16423" t="15001" r="16424" b="13600"/>
          <a:stretch/>
        </p:blipFill>
        <p:spPr>
          <a:xfrm>
            <a:off x="3743908" y="771550"/>
            <a:ext cx="1656184" cy="234625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genda Layout">
  <p:cSld name="Agenda Layout">
    <p:spTree>
      <p:nvGrpSpPr>
        <p:cNvPr id="1" name="Shape 50"/>
        <p:cNvGrpSpPr/>
        <p:nvPr/>
      </p:nvGrpSpPr>
      <p:grpSpPr>
        <a:xfrm>
          <a:off x="0" y="0"/>
          <a:ext cx="0" cy="0"/>
          <a:chOff x="0" y="0"/>
          <a:chExt cx="0" cy="0"/>
        </a:xfrm>
      </p:grpSpPr>
      <p:sp>
        <p:nvSpPr>
          <p:cNvPr id="51" name="Google Shape;51;p39"/>
          <p:cNvSpPr/>
          <p:nvPr/>
        </p:nvSpPr>
        <p:spPr>
          <a:xfrm>
            <a:off x="-2604" y="0"/>
            <a:ext cx="1584176"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2" name="Google Shape;52;p39" descr="E:\002-KIMS BUSINESS\007-02-Fullslidesppt-Contents\20161228\02-edu\bulb-item2.png"/>
          <p:cNvPicPr preferRelativeResize="0"/>
          <p:nvPr/>
        </p:nvPicPr>
        <p:blipFill rotWithShape="1">
          <a:blip r:embed="rId2">
            <a:alphaModFix/>
          </a:blip>
          <a:srcRect/>
          <a:stretch/>
        </p:blipFill>
        <p:spPr>
          <a:xfrm>
            <a:off x="789484" y="938231"/>
            <a:ext cx="1584176" cy="3515958"/>
          </a:xfrm>
          <a:prstGeom prst="rect">
            <a:avLst/>
          </a:prstGeom>
          <a:noFill/>
          <a:ln>
            <a:noFill/>
          </a:ln>
        </p:spPr>
      </p:pic>
      <p:pic>
        <p:nvPicPr>
          <p:cNvPr id="53" name="Google Shape;53;p39" descr="E:\002-KIMS BUSINESS\007-02-Fullslidesppt-Contents\20161228\02-edu\bulb-item.png"/>
          <p:cNvPicPr preferRelativeResize="0"/>
          <p:nvPr/>
        </p:nvPicPr>
        <p:blipFill rotWithShape="1">
          <a:blip r:embed="rId3">
            <a:alphaModFix/>
          </a:blip>
          <a:srcRect r="50000"/>
          <a:stretch/>
        </p:blipFill>
        <p:spPr>
          <a:xfrm>
            <a:off x="789484" y="938231"/>
            <a:ext cx="792088" cy="351595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Basic Layout">
  <p:cSld name="3_Basic Layout">
    <p:spTree>
      <p:nvGrpSpPr>
        <p:cNvPr id="1" name="Shape 54"/>
        <p:cNvGrpSpPr/>
        <p:nvPr/>
      </p:nvGrpSpPr>
      <p:grpSpPr>
        <a:xfrm>
          <a:off x="0" y="0"/>
          <a:ext cx="0" cy="0"/>
          <a:chOff x="0" y="0"/>
          <a:chExt cx="0" cy="0"/>
        </a:xfrm>
      </p:grpSpPr>
      <p:sp>
        <p:nvSpPr>
          <p:cNvPr id="55" name="Google Shape;55;p40"/>
          <p:cNvSpPr/>
          <p:nvPr/>
        </p:nvSpPr>
        <p:spPr>
          <a:xfrm>
            <a:off x="0" y="3399842"/>
            <a:ext cx="9144000" cy="174365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6" name="Google Shape;56;p40"/>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7" name="Google Shape;57;p40"/>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8" name="Google Shape;58;p40"/>
          <p:cNvSpPr/>
          <p:nvPr/>
        </p:nvSpPr>
        <p:spPr>
          <a:xfrm>
            <a:off x="4043561" y="2859782"/>
            <a:ext cx="1080120" cy="1080120"/>
          </a:xfrm>
          <a:prstGeom prst="ellipse">
            <a:avLst/>
          </a:prstGeom>
          <a:solidFill>
            <a:schemeClr val="accent1"/>
          </a:solidFill>
          <a:ln w="635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9" name="Google Shape;59;p40" descr="E:\002-KIMS BUSINESS\007-02-Fullslidesppt-Contents\20161228\02-edu\bulb-item.png"/>
          <p:cNvPicPr preferRelativeResize="0"/>
          <p:nvPr/>
        </p:nvPicPr>
        <p:blipFill rotWithShape="1">
          <a:blip r:embed="rId2">
            <a:alphaModFix/>
          </a:blip>
          <a:srcRect/>
          <a:stretch/>
        </p:blipFill>
        <p:spPr>
          <a:xfrm>
            <a:off x="4408057" y="3010192"/>
            <a:ext cx="351128" cy="77930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Basic Layout">
  <p:cSld name="4_Basic Layout">
    <p:spTree>
      <p:nvGrpSpPr>
        <p:cNvPr id="1" name="Shape 60"/>
        <p:cNvGrpSpPr/>
        <p:nvPr/>
      </p:nvGrpSpPr>
      <p:grpSpPr>
        <a:xfrm>
          <a:off x="0" y="0"/>
          <a:ext cx="0" cy="0"/>
          <a:chOff x="0" y="0"/>
          <a:chExt cx="0" cy="0"/>
        </a:xfrm>
      </p:grpSpPr>
      <p:sp>
        <p:nvSpPr>
          <p:cNvPr id="61" name="Google Shape;61;p41"/>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2" name="Google Shape;62;p41"/>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bg>
      <p:bgPr>
        <a:solidFill>
          <a:schemeClr val="lt1"/>
        </a:solidFill>
        <a:effectLst/>
      </p:bgPr>
    </p:bg>
    <p:spTree>
      <p:nvGrpSpPr>
        <p:cNvPr id="1" name="Shape 63"/>
        <p:cNvGrpSpPr/>
        <p:nvPr/>
      </p:nvGrpSpPr>
      <p:grpSpPr>
        <a:xfrm>
          <a:off x="0" y="0"/>
          <a:ext cx="0" cy="0"/>
          <a:chOff x="0" y="0"/>
          <a:chExt cx="0" cy="0"/>
        </a:xfrm>
      </p:grpSpPr>
      <p:sp>
        <p:nvSpPr>
          <p:cNvPr id="64" name="Google Shape;64;p42"/>
          <p:cNvSpPr/>
          <p:nvPr/>
        </p:nvSpPr>
        <p:spPr>
          <a:xfrm>
            <a:off x="143508" y="123478"/>
            <a:ext cx="8856984" cy="49582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 name="Google Shape;65;p42"/>
          <p:cNvSpPr txBox="1">
            <a:spLocks noGrp="1"/>
          </p:cNvSpPr>
          <p:nvPr>
            <p:ph type="body" idx="1"/>
          </p:nvPr>
        </p:nvSpPr>
        <p:spPr>
          <a:xfrm>
            <a:off x="0" y="181632"/>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6" name="Google Shape;66;p42"/>
          <p:cNvSpPr txBox="1">
            <a:spLocks noGrp="1"/>
          </p:cNvSpPr>
          <p:nvPr>
            <p:ph type="body" idx="2"/>
          </p:nvPr>
        </p:nvSpPr>
        <p:spPr>
          <a:xfrm>
            <a:off x="0" y="757696"/>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7" name="Google Shape;67;p42"/>
          <p:cNvSpPr>
            <a:spLocks noGrp="1"/>
          </p:cNvSpPr>
          <p:nvPr>
            <p:ph type="pic" idx="3"/>
          </p:nvPr>
        </p:nvSpPr>
        <p:spPr>
          <a:xfrm>
            <a:off x="0" y="1347774"/>
            <a:ext cx="2160240" cy="1872048"/>
          </a:xfrm>
          <a:prstGeom prst="rect">
            <a:avLst/>
          </a:prstGeom>
          <a:solidFill>
            <a:srgbClr val="F2F2F2"/>
          </a:solidFill>
          <a:ln>
            <a:noFill/>
          </a:ln>
        </p:spPr>
      </p:sp>
      <p:sp>
        <p:nvSpPr>
          <p:cNvPr id="68" name="Google Shape;68;p42"/>
          <p:cNvSpPr>
            <a:spLocks noGrp="1"/>
          </p:cNvSpPr>
          <p:nvPr>
            <p:ph type="pic" idx="4"/>
          </p:nvPr>
        </p:nvSpPr>
        <p:spPr>
          <a:xfrm>
            <a:off x="2327920" y="1347774"/>
            <a:ext cx="2160240" cy="1872048"/>
          </a:xfrm>
          <a:prstGeom prst="rect">
            <a:avLst/>
          </a:prstGeom>
          <a:solidFill>
            <a:srgbClr val="F2F2F2"/>
          </a:solidFill>
          <a:ln>
            <a:noFill/>
          </a:ln>
        </p:spPr>
      </p:sp>
      <p:sp>
        <p:nvSpPr>
          <p:cNvPr id="69" name="Google Shape;69;p42"/>
          <p:cNvSpPr>
            <a:spLocks noGrp="1"/>
          </p:cNvSpPr>
          <p:nvPr>
            <p:ph type="pic" idx="5"/>
          </p:nvPr>
        </p:nvSpPr>
        <p:spPr>
          <a:xfrm>
            <a:off x="4655840" y="1347774"/>
            <a:ext cx="2160240" cy="1872048"/>
          </a:xfrm>
          <a:prstGeom prst="rect">
            <a:avLst/>
          </a:prstGeom>
          <a:solidFill>
            <a:srgbClr val="F2F2F2"/>
          </a:solidFill>
          <a:ln>
            <a:noFill/>
          </a:ln>
        </p:spPr>
      </p:sp>
      <p:sp>
        <p:nvSpPr>
          <p:cNvPr id="70" name="Google Shape;70;p42"/>
          <p:cNvSpPr>
            <a:spLocks noGrp="1"/>
          </p:cNvSpPr>
          <p:nvPr>
            <p:ph type="pic" idx="6"/>
          </p:nvPr>
        </p:nvSpPr>
        <p:spPr>
          <a:xfrm>
            <a:off x="6983760" y="1347774"/>
            <a:ext cx="2160240" cy="1872048"/>
          </a:xfrm>
          <a:prstGeom prst="rect">
            <a:avLst/>
          </a:prstGeom>
          <a:solidFill>
            <a:srgbClr val="F2F2F2"/>
          </a:solidFill>
          <a:ln>
            <a:noFill/>
          </a:ln>
        </p:spPr>
      </p:sp>
      <p:sp>
        <p:nvSpPr>
          <p:cNvPr id="71" name="Google Shape;71;p42"/>
          <p:cNvSpPr/>
          <p:nvPr/>
        </p:nvSpPr>
        <p:spPr>
          <a:xfrm>
            <a:off x="0" y="3219822"/>
            <a:ext cx="2160000" cy="15841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 name="Google Shape;72;p42"/>
          <p:cNvSpPr/>
          <p:nvPr/>
        </p:nvSpPr>
        <p:spPr>
          <a:xfrm>
            <a:off x="2328000" y="3219822"/>
            <a:ext cx="2160000" cy="15841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 name="Google Shape;73;p42"/>
          <p:cNvSpPr/>
          <p:nvPr/>
        </p:nvSpPr>
        <p:spPr>
          <a:xfrm>
            <a:off x="4656000" y="3219822"/>
            <a:ext cx="2160000" cy="15841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42"/>
          <p:cNvSpPr/>
          <p:nvPr/>
        </p:nvSpPr>
        <p:spPr>
          <a:xfrm>
            <a:off x="6984000" y="3219822"/>
            <a:ext cx="2160000" cy="15841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42"/>
          <p:cNvSpPr txBox="1"/>
          <p:nvPr/>
        </p:nvSpPr>
        <p:spPr>
          <a:xfrm>
            <a:off x="8542338" y="4815031"/>
            <a:ext cx="45755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Images and Contents Layout">
  <p:cSld name="1_Images and Contents Layout">
    <p:spTree>
      <p:nvGrpSpPr>
        <p:cNvPr id="1" name="Shape 76"/>
        <p:cNvGrpSpPr/>
        <p:nvPr/>
      </p:nvGrpSpPr>
      <p:grpSpPr>
        <a:xfrm>
          <a:off x="0" y="0"/>
          <a:ext cx="0" cy="0"/>
          <a:chOff x="0" y="0"/>
          <a:chExt cx="0" cy="0"/>
        </a:xfrm>
      </p:grpSpPr>
      <p:sp>
        <p:nvSpPr>
          <p:cNvPr id="77" name="Google Shape;77;p43"/>
          <p:cNvSpPr/>
          <p:nvPr/>
        </p:nvSpPr>
        <p:spPr>
          <a:xfrm>
            <a:off x="0" y="2932113"/>
            <a:ext cx="9144000" cy="221138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 name="Google Shape;78;p43"/>
          <p:cNvSpPr txBox="1">
            <a:spLocks noGrp="1"/>
          </p:cNvSpPr>
          <p:nvPr>
            <p:ph type="body" idx="1"/>
          </p:nvPr>
        </p:nvSpPr>
        <p:spPr>
          <a:xfrm>
            <a:off x="0" y="181632"/>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9" name="Google Shape;79;p43"/>
          <p:cNvSpPr txBox="1">
            <a:spLocks noGrp="1"/>
          </p:cNvSpPr>
          <p:nvPr>
            <p:ph type="body" idx="2"/>
          </p:nvPr>
        </p:nvSpPr>
        <p:spPr>
          <a:xfrm>
            <a:off x="0" y="757696"/>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pic>
        <p:nvPicPr>
          <p:cNvPr id="80" name="Google Shape;80;p43" descr="D:\Fullppt\005-PNG이미지\노트북.png"/>
          <p:cNvPicPr preferRelativeResize="0"/>
          <p:nvPr/>
        </p:nvPicPr>
        <p:blipFill rotWithShape="1">
          <a:blip r:embed="rId2">
            <a:alphaModFix/>
          </a:blip>
          <a:srcRect/>
          <a:stretch/>
        </p:blipFill>
        <p:spPr>
          <a:xfrm>
            <a:off x="2555776" y="1131590"/>
            <a:ext cx="7230270" cy="3677432"/>
          </a:xfrm>
          <a:prstGeom prst="rect">
            <a:avLst/>
          </a:prstGeom>
          <a:noFill/>
          <a:ln>
            <a:noFill/>
          </a:ln>
        </p:spPr>
      </p:pic>
      <p:sp>
        <p:nvSpPr>
          <p:cNvPr id="81" name="Google Shape;81;p43"/>
          <p:cNvSpPr>
            <a:spLocks noGrp="1"/>
          </p:cNvSpPr>
          <p:nvPr>
            <p:ph type="pic" idx="3"/>
          </p:nvPr>
        </p:nvSpPr>
        <p:spPr>
          <a:xfrm>
            <a:off x="4513480" y="1626257"/>
            <a:ext cx="3465217" cy="2562605"/>
          </a:xfrm>
          <a:prstGeom prst="rect">
            <a:avLst/>
          </a:prstGeom>
          <a:solidFill>
            <a:srgbClr val="F2F2F2"/>
          </a:solidFill>
          <a:ln>
            <a:noFill/>
          </a:ln>
        </p:spPr>
      </p:sp>
      <p:sp>
        <p:nvSpPr>
          <p:cNvPr id="82" name="Google Shape;82;p43"/>
          <p:cNvSpPr/>
          <p:nvPr/>
        </p:nvSpPr>
        <p:spPr>
          <a:xfrm>
            <a:off x="467544" y="3363838"/>
            <a:ext cx="3024336" cy="10081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 name="Google Shape;83;p43"/>
          <p:cNvSpPr txBox="1"/>
          <p:nvPr/>
        </p:nvSpPr>
        <p:spPr>
          <a:xfrm>
            <a:off x="8676456" y="4756384"/>
            <a:ext cx="3965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Images and Contents Layout">
  <p:cSld name="2_Images and Contents Layout">
    <p:spTree>
      <p:nvGrpSpPr>
        <p:cNvPr id="1" name="Shape 84"/>
        <p:cNvGrpSpPr/>
        <p:nvPr/>
      </p:nvGrpSpPr>
      <p:grpSpPr>
        <a:xfrm>
          <a:off x="0" y="0"/>
          <a:ext cx="0" cy="0"/>
          <a:chOff x="0" y="0"/>
          <a:chExt cx="0" cy="0"/>
        </a:xfrm>
      </p:grpSpPr>
      <p:sp>
        <p:nvSpPr>
          <p:cNvPr id="85" name="Google Shape;85;p44"/>
          <p:cNvSpPr txBox="1">
            <a:spLocks noGrp="1"/>
          </p:cNvSpPr>
          <p:nvPr>
            <p:ph type="body" idx="1"/>
          </p:nvPr>
        </p:nvSpPr>
        <p:spPr>
          <a:xfrm>
            <a:off x="0" y="181632"/>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6" name="Google Shape;86;p44"/>
          <p:cNvSpPr txBox="1">
            <a:spLocks noGrp="1"/>
          </p:cNvSpPr>
          <p:nvPr>
            <p:ph type="body" idx="2"/>
          </p:nvPr>
        </p:nvSpPr>
        <p:spPr>
          <a:xfrm>
            <a:off x="0" y="757696"/>
            <a:ext cx="9144000"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7" name="Google Shape;87;p44"/>
          <p:cNvSpPr/>
          <p:nvPr/>
        </p:nvSpPr>
        <p:spPr>
          <a:xfrm>
            <a:off x="0" y="1759754"/>
            <a:ext cx="9144000" cy="2211387"/>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8" name="Google Shape;88;p44" descr="D:\Fullppt\PNG이미지\핸드폰2.png"/>
          <p:cNvPicPr preferRelativeResize="0"/>
          <p:nvPr/>
        </p:nvPicPr>
        <p:blipFill rotWithShape="1">
          <a:blip r:embed="rId2">
            <a:alphaModFix/>
          </a:blip>
          <a:srcRect/>
          <a:stretch/>
        </p:blipFill>
        <p:spPr>
          <a:xfrm>
            <a:off x="6023208" y="1042230"/>
            <a:ext cx="2869272" cy="3474631"/>
          </a:xfrm>
          <a:prstGeom prst="rect">
            <a:avLst/>
          </a:prstGeom>
          <a:noFill/>
          <a:ln>
            <a:noFill/>
          </a:ln>
        </p:spPr>
      </p:pic>
      <p:sp>
        <p:nvSpPr>
          <p:cNvPr id="89" name="Google Shape;89;p44"/>
          <p:cNvSpPr>
            <a:spLocks noGrp="1"/>
          </p:cNvSpPr>
          <p:nvPr>
            <p:ph type="pic" idx="3"/>
          </p:nvPr>
        </p:nvSpPr>
        <p:spPr>
          <a:xfrm>
            <a:off x="7380312" y="1175233"/>
            <a:ext cx="1008112" cy="2556104"/>
          </a:xfrm>
          <a:prstGeom prst="rect">
            <a:avLst/>
          </a:prstGeom>
          <a:solidFill>
            <a:srgbClr val="F2F2F2"/>
          </a:solidFill>
          <a:ln>
            <a:noFill/>
          </a:ln>
        </p:spPr>
      </p:sp>
      <p:sp>
        <p:nvSpPr>
          <p:cNvPr id="90" name="Google Shape;90;p44"/>
          <p:cNvSpPr>
            <a:spLocks noGrp="1"/>
          </p:cNvSpPr>
          <p:nvPr>
            <p:ph type="pic" idx="4"/>
          </p:nvPr>
        </p:nvSpPr>
        <p:spPr>
          <a:xfrm>
            <a:off x="5643269" y="1261134"/>
            <a:ext cx="1654766" cy="2556104"/>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_Images and Contents Layout">
  <p:cSld name="4_Images and Contents Layout">
    <p:spTree>
      <p:nvGrpSpPr>
        <p:cNvPr id="1" name="Shape 91"/>
        <p:cNvGrpSpPr/>
        <p:nvPr/>
      </p:nvGrpSpPr>
      <p:grpSpPr>
        <a:xfrm>
          <a:off x="0" y="0"/>
          <a:ext cx="0" cy="0"/>
          <a:chOff x="0" y="0"/>
          <a:chExt cx="0" cy="0"/>
        </a:xfrm>
      </p:grpSpPr>
      <p:sp>
        <p:nvSpPr>
          <p:cNvPr id="92" name="Google Shape;92;p45"/>
          <p:cNvSpPr>
            <a:spLocks noGrp="1"/>
          </p:cNvSpPr>
          <p:nvPr>
            <p:ph type="pic" idx="2"/>
          </p:nvPr>
        </p:nvSpPr>
        <p:spPr>
          <a:xfrm>
            <a:off x="0" y="-1"/>
            <a:ext cx="3059832" cy="5143501"/>
          </a:xfrm>
          <a:prstGeom prst="rect">
            <a:avLst/>
          </a:prstGeom>
          <a:solidFill>
            <a:srgbClr val="F2F2F2"/>
          </a:solidFill>
          <a:ln>
            <a:noFill/>
          </a:ln>
        </p:spPr>
      </p:sp>
      <p:sp>
        <p:nvSpPr>
          <p:cNvPr id="93" name="Google Shape;93;p45"/>
          <p:cNvSpPr/>
          <p:nvPr/>
        </p:nvSpPr>
        <p:spPr>
          <a:xfrm>
            <a:off x="4860032" y="0"/>
            <a:ext cx="36000" cy="5143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45"/>
          <p:cNvSpPr/>
          <p:nvPr/>
        </p:nvSpPr>
        <p:spPr>
          <a:xfrm>
            <a:off x="4896032" y="1311750"/>
            <a:ext cx="180000" cy="252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5_Images and Contents Layout">
  <p:cSld name="5_Images and Contents Layout">
    <p:bg>
      <p:bgPr>
        <a:solidFill>
          <a:schemeClr val="accent1"/>
        </a:solidFill>
        <a:effectLst/>
      </p:bgPr>
    </p:bg>
    <p:spTree>
      <p:nvGrpSpPr>
        <p:cNvPr id="1" name="Shape 95"/>
        <p:cNvGrpSpPr/>
        <p:nvPr/>
      </p:nvGrpSpPr>
      <p:grpSpPr>
        <a:xfrm>
          <a:off x="0" y="0"/>
          <a:ext cx="0" cy="0"/>
          <a:chOff x="0" y="0"/>
          <a:chExt cx="0" cy="0"/>
        </a:xfrm>
      </p:grpSpPr>
      <p:sp>
        <p:nvSpPr>
          <p:cNvPr id="96" name="Google Shape;96;p46"/>
          <p:cNvSpPr>
            <a:spLocks noGrp="1"/>
          </p:cNvSpPr>
          <p:nvPr>
            <p:ph type="pic" idx="2"/>
          </p:nvPr>
        </p:nvSpPr>
        <p:spPr>
          <a:xfrm>
            <a:off x="0" y="-1"/>
            <a:ext cx="9144000" cy="3076575"/>
          </a:xfrm>
          <a:prstGeom prst="rect">
            <a:avLst/>
          </a:prstGeom>
          <a:solidFill>
            <a:srgbClr val="F2F2F2"/>
          </a:solidFill>
          <a:ln>
            <a:noFill/>
          </a:ln>
        </p:spPr>
      </p:sp>
      <p:pic>
        <p:nvPicPr>
          <p:cNvPr id="97" name="Google Shape;97;p46"/>
          <p:cNvPicPr preferRelativeResize="0"/>
          <p:nvPr/>
        </p:nvPicPr>
        <p:blipFill rotWithShape="1">
          <a:blip r:embed="rId2">
            <a:alphaModFix/>
          </a:blip>
          <a:srcRect/>
          <a:stretch/>
        </p:blipFill>
        <p:spPr>
          <a:xfrm>
            <a:off x="8064945" y="38858"/>
            <a:ext cx="1043559" cy="8047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6_Images and Contents Layout">
  <p:cSld name="6_Images and Contents Layout">
    <p:spTree>
      <p:nvGrpSpPr>
        <p:cNvPr id="1" name="Shape 98"/>
        <p:cNvGrpSpPr/>
        <p:nvPr/>
      </p:nvGrpSpPr>
      <p:grpSpPr>
        <a:xfrm>
          <a:off x="0" y="0"/>
          <a:ext cx="0" cy="0"/>
          <a:chOff x="0" y="0"/>
          <a:chExt cx="0" cy="0"/>
        </a:xfrm>
      </p:grpSpPr>
      <p:sp>
        <p:nvSpPr>
          <p:cNvPr id="99" name="Google Shape;99;p47"/>
          <p:cNvSpPr txBox="1">
            <a:spLocks noGrp="1"/>
          </p:cNvSpPr>
          <p:nvPr>
            <p:ph type="body" idx="1"/>
          </p:nvPr>
        </p:nvSpPr>
        <p:spPr>
          <a:xfrm>
            <a:off x="3131840" y="181632"/>
            <a:ext cx="6012160" cy="576064"/>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0" name="Google Shape;100;p47"/>
          <p:cNvSpPr txBox="1">
            <a:spLocks noGrp="1"/>
          </p:cNvSpPr>
          <p:nvPr>
            <p:ph type="body" idx="2"/>
          </p:nvPr>
        </p:nvSpPr>
        <p:spPr>
          <a:xfrm>
            <a:off x="3131840" y="757696"/>
            <a:ext cx="6012160" cy="28803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1" name="Google Shape;101;p47"/>
          <p:cNvSpPr>
            <a:spLocks noGrp="1"/>
          </p:cNvSpPr>
          <p:nvPr>
            <p:ph type="pic" idx="3"/>
          </p:nvPr>
        </p:nvSpPr>
        <p:spPr>
          <a:xfrm>
            <a:off x="0" y="-1"/>
            <a:ext cx="3059832" cy="5143501"/>
          </a:xfrm>
          <a:prstGeom prst="rect">
            <a:avLst/>
          </a:prstGeom>
          <a:solidFill>
            <a:srgbClr val="F2F2F2"/>
          </a:solidFill>
          <a:ln>
            <a:noFill/>
          </a:ln>
        </p:spPr>
      </p:sp>
      <p:sp>
        <p:nvSpPr>
          <p:cNvPr id="102" name="Google Shape;102;p47"/>
          <p:cNvSpPr>
            <a:spLocks noGrp="1"/>
          </p:cNvSpPr>
          <p:nvPr>
            <p:ph type="pic" idx="4"/>
          </p:nvPr>
        </p:nvSpPr>
        <p:spPr>
          <a:xfrm>
            <a:off x="3146470" y="1131590"/>
            <a:ext cx="3059832" cy="4011910"/>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Images and Contents Layout">
  <p:cSld name="3_Images and Contents Layout">
    <p:spTree>
      <p:nvGrpSpPr>
        <p:cNvPr id="1" name="Shape 103"/>
        <p:cNvGrpSpPr/>
        <p:nvPr/>
      </p:nvGrpSpPr>
      <p:grpSpPr>
        <a:xfrm>
          <a:off x="0" y="0"/>
          <a:ext cx="0" cy="0"/>
          <a:chOff x="0" y="0"/>
          <a:chExt cx="0" cy="0"/>
        </a:xfrm>
      </p:grpSpPr>
      <p:sp>
        <p:nvSpPr>
          <p:cNvPr id="104" name="Google Shape;104;p48"/>
          <p:cNvSpPr/>
          <p:nvPr/>
        </p:nvSpPr>
        <p:spPr>
          <a:xfrm>
            <a:off x="0" y="411510"/>
            <a:ext cx="6444208" cy="43204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48"/>
          <p:cNvSpPr>
            <a:spLocks noGrp="1"/>
          </p:cNvSpPr>
          <p:nvPr>
            <p:ph type="pic" idx="2"/>
          </p:nvPr>
        </p:nvSpPr>
        <p:spPr>
          <a:xfrm>
            <a:off x="135622" y="195487"/>
            <a:ext cx="1944216" cy="4752526"/>
          </a:xfrm>
          <a:prstGeom prst="rect">
            <a:avLst/>
          </a:prstGeom>
          <a:solidFill>
            <a:srgbClr val="F2F2F2"/>
          </a:solidFill>
          <a:ln>
            <a:noFill/>
          </a:ln>
        </p:spPr>
      </p:sp>
      <p:sp>
        <p:nvSpPr>
          <p:cNvPr id="106" name="Google Shape;106;p48"/>
          <p:cNvSpPr>
            <a:spLocks noGrp="1"/>
          </p:cNvSpPr>
          <p:nvPr>
            <p:ph type="pic" idx="3"/>
          </p:nvPr>
        </p:nvSpPr>
        <p:spPr>
          <a:xfrm>
            <a:off x="2223854" y="195487"/>
            <a:ext cx="1944216" cy="4752526"/>
          </a:xfrm>
          <a:prstGeom prst="rect">
            <a:avLst/>
          </a:prstGeom>
          <a:solidFill>
            <a:srgbClr val="F2F2F2"/>
          </a:solidFill>
          <a:ln>
            <a:noFill/>
          </a:ln>
        </p:spPr>
      </p:sp>
      <p:sp>
        <p:nvSpPr>
          <p:cNvPr id="107" name="Google Shape;107;p48"/>
          <p:cNvSpPr>
            <a:spLocks noGrp="1"/>
          </p:cNvSpPr>
          <p:nvPr>
            <p:ph type="pic" idx="4"/>
          </p:nvPr>
        </p:nvSpPr>
        <p:spPr>
          <a:xfrm>
            <a:off x="4312086" y="195487"/>
            <a:ext cx="1944216" cy="4752526"/>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7_Images and Contents Layout">
  <p:cSld name="7_Images and Contents Layout">
    <p:bg>
      <p:bgPr>
        <a:solidFill>
          <a:schemeClr val="accent1"/>
        </a:solidFill>
        <a:effectLst/>
      </p:bgPr>
    </p:bg>
    <p:spTree>
      <p:nvGrpSpPr>
        <p:cNvPr id="1" name="Shape 108"/>
        <p:cNvGrpSpPr/>
        <p:nvPr/>
      </p:nvGrpSpPr>
      <p:grpSpPr>
        <a:xfrm>
          <a:off x="0" y="0"/>
          <a:ext cx="0" cy="0"/>
          <a:chOff x="0" y="0"/>
          <a:chExt cx="0" cy="0"/>
        </a:xfrm>
      </p:grpSpPr>
      <p:sp>
        <p:nvSpPr>
          <p:cNvPr id="109" name="Google Shape;109;p49"/>
          <p:cNvSpPr>
            <a:spLocks noGrp="1"/>
          </p:cNvSpPr>
          <p:nvPr>
            <p:ph type="pic" idx="2"/>
          </p:nvPr>
        </p:nvSpPr>
        <p:spPr>
          <a:xfrm>
            <a:off x="6444208" y="267494"/>
            <a:ext cx="2160000" cy="2160000"/>
          </a:xfrm>
          <a:prstGeom prst="rect">
            <a:avLst/>
          </a:prstGeom>
          <a:solidFill>
            <a:srgbClr val="F2F2F2"/>
          </a:solidFill>
          <a:ln>
            <a:noFill/>
          </a:ln>
        </p:spPr>
      </p:sp>
      <p:sp>
        <p:nvSpPr>
          <p:cNvPr id="110" name="Google Shape;110;p49"/>
          <p:cNvSpPr>
            <a:spLocks noGrp="1"/>
          </p:cNvSpPr>
          <p:nvPr>
            <p:ph type="pic" idx="3"/>
          </p:nvPr>
        </p:nvSpPr>
        <p:spPr>
          <a:xfrm>
            <a:off x="6444208" y="2715766"/>
            <a:ext cx="2160000" cy="2160000"/>
          </a:xfrm>
          <a:prstGeom prst="rect">
            <a:avLst/>
          </a:prstGeom>
          <a:solidFill>
            <a:srgbClr val="F2F2F2"/>
          </a:solidFill>
          <a:ln>
            <a:noFill/>
          </a:ln>
        </p:spPr>
      </p:sp>
      <p:sp>
        <p:nvSpPr>
          <p:cNvPr id="111" name="Google Shape;111;p49"/>
          <p:cNvSpPr>
            <a:spLocks noGrp="1"/>
          </p:cNvSpPr>
          <p:nvPr>
            <p:ph type="pic" idx="4"/>
          </p:nvPr>
        </p:nvSpPr>
        <p:spPr>
          <a:xfrm>
            <a:off x="3986213" y="267494"/>
            <a:ext cx="2160000" cy="2160000"/>
          </a:xfrm>
          <a:prstGeom prst="rect">
            <a:avLst/>
          </a:prstGeom>
          <a:solidFill>
            <a:srgbClr val="F2F2F2"/>
          </a:solidFill>
          <a:ln>
            <a:noFill/>
          </a:ln>
        </p:spPr>
      </p:sp>
      <p:sp>
        <p:nvSpPr>
          <p:cNvPr id="112" name="Google Shape;112;p49"/>
          <p:cNvSpPr>
            <a:spLocks noGrp="1"/>
          </p:cNvSpPr>
          <p:nvPr>
            <p:ph type="pic" idx="5"/>
          </p:nvPr>
        </p:nvSpPr>
        <p:spPr>
          <a:xfrm>
            <a:off x="3986213" y="2715766"/>
            <a:ext cx="2160000" cy="21600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8_Images and Contents Layout">
  <p:cSld name="8_Images and Contents Layout">
    <p:spTree>
      <p:nvGrpSpPr>
        <p:cNvPr id="1" name="Shape 113"/>
        <p:cNvGrpSpPr/>
        <p:nvPr/>
      </p:nvGrpSpPr>
      <p:grpSpPr>
        <a:xfrm>
          <a:off x="0" y="0"/>
          <a:ext cx="0" cy="0"/>
          <a:chOff x="0" y="0"/>
          <a:chExt cx="0" cy="0"/>
        </a:xfrm>
      </p:grpSpPr>
      <p:sp>
        <p:nvSpPr>
          <p:cNvPr id="114" name="Google Shape;114;p50"/>
          <p:cNvSpPr txBox="1">
            <a:spLocks noGrp="1"/>
          </p:cNvSpPr>
          <p:nvPr>
            <p:ph type="body" idx="1"/>
          </p:nvPr>
        </p:nvSpPr>
        <p:spPr>
          <a:xfrm>
            <a:off x="395536" y="3291830"/>
            <a:ext cx="8748464" cy="576064"/>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5" name="Google Shape;115;p50"/>
          <p:cNvSpPr txBox="1">
            <a:spLocks noGrp="1"/>
          </p:cNvSpPr>
          <p:nvPr>
            <p:ph type="body" idx="2"/>
          </p:nvPr>
        </p:nvSpPr>
        <p:spPr>
          <a:xfrm>
            <a:off x="395536" y="3867894"/>
            <a:ext cx="8748464" cy="288032"/>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28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6" name="Google Shape;116;p50"/>
          <p:cNvSpPr/>
          <p:nvPr/>
        </p:nvSpPr>
        <p:spPr>
          <a:xfrm>
            <a:off x="0" y="4963500"/>
            <a:ext cx="9144000" cy="180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50"/>
          <p:cNvSpPr/>
          <p:nvPr/>
        </p:nvSpPr>
        <p:spPr>
          <a:xfrm>
            <a:off x="0" y="0"/>
            <a:ext cx="9144000" cy="72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50"/>
          <p:cNvSpPr>
            <a:spLocks noGrp="1"/>
          </p:cNvSpPr>
          <p:nvPr>
            <p:ph type="pic" idx="3"/>
          </p:nvPr>
        </p:nvSpPr>
        <p:spPr>
          <a:xfrm>
            <a:off x="467544" y="339502"/>
            <a:ext cx="3312128" cy="2808072"/>
          </a:xfrm>
          <a:prstGeom prst="rect">
            <a:avLst/>
          </a:prstGeom>
          <a:solidFill>
            <a:srgbClr val="F2F2F2"/>
          </a:solidFill>
          <a:ln>
            <a:noFill/>
          </a:ln>
        </p:spPr>
      </p:sp>
      <p:sp>
        <p:nvSpPr>
          <p:cNvPr id="119" name="Google Shape;119;p50"/>
          <p:cNvSpPr>
            <a:spLocks noGrp="1"/>
          </p:cNvSpPr>
          <p:nvPr>
            <p:ph type="pic" idx="4"/>
          </p:nvPr>
        </p:nvSpPr>
        <p:spPr>
          <a:xfrm>
            <a:off x="3995936" y="339502"/>
            <a:ext cx="4680520" cy="1332000"/>
          </a:xfrm>
          <a:prstGeom prst="rect">
            <a:avLst/>
          </a:prstGeom>
          <a:solidFill>
            <a:srgbClr val="F2F2F2"/>
          </a:solidFill>
          <a:ln>
            <a:noFill/>
          </a:ln>
        </p:spPr>
      </p:sp>
      <p:sp>
        <p:nvSpPr>
          <p:cNvPr id="120" name="Google Shape;120;p50"/>
          <p:cNvSpPr>
            <a:spLocks noGrp="1"/>
          </p:cNvSpPr>
          <p:nvPr>
            <p:ph type="pic" idx="5"/>
          </p:nvPr>
        </p:nvSpPr>
        <p:spPr>
          <a:xfrm>
            <a:off x="3995936" y="1815574"/>
            <a:ext cx="1440000" cy="1332000"/>
          </a:xfrm>
          <a:prstGeom prst="rect">
            <a:avLst/>
          </a:prstGeom>
          <a:solidFill>
            <a:srgbClr val="F2F2F2"/>
          </a:solidFill>
          <a:ln>
            <a:noFill/>
          </a:ln>
        </p:spPr>
      </p:sp>
      <p:sp>
        <p:nvSpPr>
          <p:cNvPr id="121" name="Google Shape;121;p50"/>
          <p:cNvSpPr>
            <a:spLocks noGrp="1"/>
          </p:cNvSpPr>
          <p:nvPr>
            <p:ph type="pic" idx="6"/>
          </p:nvPr>
        </p:nvSpPr>
        <p:spPr>
          <a:xfrm>
            <a:off x="5616196" y="1815574"/>
            <a:ext cx="1440000" cy="1332000"/>
          </a:xfrm>
          <a:prstGeom prst="rect">
            <a:avLst/>
          </a:prstGeom>
          <a:solidFill>
            <a:srgbClr val="F2F2F2"/>
          </a:solidFill>
          <a:ln>
            <a:noFill/>
          </a:ln>
        </p:spPr>
      </p:sp>
      <p:sp>
        <p:nvSpPr>
          <p:cNvPr id="122" name="Google Shape;122;p50"/>
          <p:cNvSpPr>
            <a:spLocks noGrp="1"/>
          </p:cNvSpPr>
          <p:nvPr>
            <p:ph type="pic" idx="7"/>
          </p:nvPr>
        </p:nvSpPr>
        <p:spPr>
          <a:xfrm>
            <a:off x="7236456" y="1815574"/>
            <a:ext cx="1440000" cy="1332000"/>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hapes sets layout">
  <p:cSld name="shapes sets layout">
    <p:bg>
      <p:bgPr>
        <a:blipFill>
          <a:blip r:embed="rId2">
            <a:alphaModFix/>
          </a:blip>
          <a:stretch>
            <a:fillRect/>
          </a:stretch>
        </a:blipFill>
        <a:effectLst/>
      </p:bgPr>
    </p:bg>
    <p:spTree>
      <p:nvGrpSpPr>
        <p:cNvPr id="1" name="Shape 123"/>
        <p:cNvGrpSpPr/>
        <p:nvPr/>
      </p:nvGrpSpPr>
      <p:grpSpPr>
        <a:xfrm>
          <a:off x="0" y="0"/>
          <a:ext cx="0" cy="0"/>
          <a:chOff x="0" y="0"/>
          <a:chExt cx="0" cy="0"/>
        </a:xfrm>
      </p:grpSpPr>
      <p:sp>
        <p:nvSpPr>
          <p:cNvPr id="124" name="Google Shape;124;p51"/>
          <p:cNvSpPr txBox="1">
            <a:spLocks noGrp="1"/>
          </p:cNvSpPr>
          <p:nvPr>
            <p:ph type="body" idx="1"/>
          </p:nvPr>
        </p:nvSpPr>
        <p:spPr>
          <a:xfrm>
            <a:off x="242646" y="92609"/>
            <a:ext cx="8679898" cy="5431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810"/>
              </a:spcBef>
              <a:spcAft>
                <a:spcPts val="0"/>
              </a:spcAft>
              <a:buClr>
                <a:srgbClr val="262626"/>
              </a:buClr>
              <a:buSzPts val="4050"/>
              <a:buFont typeface="Arial"/>
              <a:buNone/>
              <a:defRPr sz="4050" b="0" i="0" u="none" strike="noStrike" cap="none">
                <a:solidFill>
                  <a:srgbClr val="262626"/>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con sets layout">
  <p:cSld name="icon sets layout">
    <p:spTree>
      <p:nvGrpSpPr>
        <p:cNvPr id="1" name="Shape 125"/>
        <p:cNvGrpSpPr/>
        <p:nvPr/>
      </p:nvGrpSpPr>
      <p:grpSpPr>
        <a:xfrm>
          <a:off x="0" y="0"/>
          <a:ext cx="0" cy="0"/>
          <a:chOff x="0" y="0"/>
          <a:chExt cx="0" cy="0"/>
        </a:xfrm>
      </p:grpSpPr>
      <p:sp>
        <p:nvSpPr>
          <p:cNvPr id="126" name="Google Shape;126;p52"/>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rgbClr val="3F3F3F"/>
              </a:buClr>
              <a:buSzPts val="3600"/>
              <a:buFont typeface="Arial"/>
              <a:buNone/>
              <a:defRPr sz="3600" b="0" i="0" u="none" strike="noStrike" cap="none">
                <a:solidFill>
                  <a:srgbClr val="3F3F3F"/>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7" name="Google Shape;127;p52"/>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52"/>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52"/>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30"/>
        <p:cNvGrpSpPr/>
        <p:nvPr/>
      </p:nvGrpSpPr>
      <p:grpSpPr>
        <a:xfrm>
          <a:off x="0" y="0"/>
          <a:ext cx="0" cy="0"/>
          <a:chOff x="0" y="0"/>
          <a:chExt cx="0" cy="0"/>
        </a:xfrm>
      </p:grpSpPr>
      <p:sp>
        <p:nvSpPr>
          <p:cNvPr id="131" name="Google Shape;131;p53"/>
          <p:cNvSpPr txBox="1">
            <a:spLocks noGrp="1"/>
          </p:cNvSpPr>
          <p:nvPr>
            <p:ph type="title"/>
          </p:nvPr>
        </p:nvSpPr>
        <p:spPr>
          <a:xfrm>
            <a:off x="389436" y="171451"/>
            <a:ext cx="8363938" cy="560923"/>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050"/>
              <a:buFont typeface="Arial"/>
              <a:buNone/>
              <a:defRPr sz="405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2" name="Google Shape;132;p53"/>
          <p:cNvSpPr txBox="1">
            <a:spLocks noGrp="1"/>
          </p:cNvSpPr>
          <p:nvPr>
            <p:ph type="body" idx="1"/>
          </p:nvPr>
        </p:nvSpPr>
        <p:spPr>
          <a:xfrm>
            <a:off x="389436" y="1085850"/>
            <a:ext cx="8363938" cy="7790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Clr>
                <a:srgbClr val="595959"/>
              </a:buClr>
              <a:buSzPts val="2400"/>
              <a:buFont typeface="Arial"/>
              <a:buNone/>
              <a:defRPr sz="3000" b="0" i="0" u="none" strike="noStrike" cap="none">
                <a:solidFill>
                  <a:srgbClr val="595959"/>
                </a:solidFill>
                <a:latin typeface="Quattrocento Sans"/>
                <a:ea typeface="Quattrocento Sans"/>
                <a:cs typeface="Quattrocento Sans"/>
                <a:sym typeface="Quattrocento Sans"/>
              </a:defRPr>
            </a:lvl1pPr>
            <a:lvl2pPr marL="914400" marR="0" lvl="1" indent="-228600" algn="l" rtl="0">
              <a:spcBef>
                <a:spcPts val="675"/>
              </a:spcBef>
              <a:spcAft>
                <a:spcPts val="0"/>
              </a:spcAft>
              <a:buClr>
                <a:srgbClr val="595959"/>
              </a:buClr>
              <a:buSzPts val="1200"/>
              <a:buFont typeface="Arial"/>
              <a:buNone/>
              <a:defRPr sz="1500" b="0" i="0" u="none" strike="noStrike" cap="none">
                <a:solidFill>
                  <a:srgbClr val="595959"/>
                </a:solidFill>
                <a:latin typeface="Arial"/>
                <a:ea typeface="Arial"/>
                <a:cs typeface="Arial"/>
                <a:sym typeface="Arial"/>
              </a:defRPr>
            </a:lvl2pPr>
            <a:lvl3pPr marL="1371600" marR="0" lvl="2" indent="-350519" algn="l" rtl="0">
              <a:spcBef>
                <a:spcPts val="480"/>
              </a:spcBef>
              <a:spcAft>
                <a:spcPts val="0"/>
              </a:spcAft>
              <a:buClr>
                <a:srgbClr val="191919"/>
              </a:buClr>
              <a:buSzPts val="1920"/>
              <a:buFont typeface="Arial"/>
              <a:buChar char="•"/>
              <a:defRPr sz="2400" b="0" i="0" u="none" strike="noStrike" cap="none">
                <a:solidFill>
                  <a:srgbClr val="191919"/>
                </a:solidFill>
                <a:latin typeface="Arial"/>
                <a:ea typeface="Arial"/>
                <a:cs typeface="Arial"/>
                <a:sym typeface="Arial"/>
              </a:defRPr>
            </a:lvl3pPr>
            <a:lvl4pPr marL="1828800" marR="0" lvl="3" indent="-330200" algn="l" rtl="0">
              <a:spcBef>
                <a:spcPts val="400"/>
              </a:spcBef>
              <a:spcAft>
                <a:spcPts val="0"/>
              </a:spcAft>
              <a:buClr>
                <a:srgbClr val="191919"/>
              </a:buClr>
              <a:buSzPts val="1600"/>
              <a:buFont typeface="Arial"/>
              <a:buChar char="•"/>
              <a:defRPr sz="2000" b="0" i="0" u="none" strike="noStrike" cap="none">
                <a:solidFill>
                  <a:srgbClr val="191919"/>
                </a:solidFill>
                <a:latin typeface="Arial"/>
                <a:ea typeface="Arial"/>
                <a:cs typeface="Arial"/>
                <a:sym typeface="Arial"/>
              </a:defRPr>
            </a:lvl4pPr>
            <a:lvl5pPr marL="2286000" marR="0" lvl="4" indent="-330200" algn="l" rtl="0">
              <a:spcBef>
                <a:spcPts val="400"/>
              </a:spcBef>
              <a:spcAft>
                <a:spcPts val="0"/>
              </a:spcAft>
              <a:buClr>
                <a:srgbClr val="191919"/>
              </a:buClr>
              <a:buSzPts val="1600"/>
              <a:buFont typeface="Arial"/>
              <a:buChar char="•"/>
              <a:defRPr sz="2000" b="0" i="0" u="none" strike="noStrike" cap="none">
                <a:solidFill>
                  <a:srgbClr val="191919"/>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_Images and Contents Layout">
  <p:cSld name="9_Images and Contents Layout">
    <p:bg>
      <p:bgPr>
        <a:blipFill>
          <a:blip r:embed="rId2">
            <a:alphaModFix/>
          </a:blip>
          <a:stretch>
            <a:fillRect/>
          </a:stretch>
        </a:blipFill>
        <a:effectLst/>
      </p:bgPr>
    </p:bg>
    <p:spTree>
      <p:nvGrpSpPr>
        <p:cNvPr id="1" name="Shape 133"/>
        <p:cNvGrpSpPr/>
        <p:nvPr/>
      </p:nvGrpSpPr>
      <p:grpSpPr>
        <a:xfrm>
          <a:off x="0" y="0"/>
          <a:ext cx="0" cy="0"/>
          <a:chOff x="0" y="0"/>
          <a:chExt cx="0" cy="0"/>
        </a:xfrm>
      </p:grpSpPr>
      <p:sp>
        <p:nvSpPr>
          <p:cNvPr id="134" name="Google Shape;134;p54"/>
          <p:cNvSpPr>
            <a:spLocks noGrp="1"/>
          </p:cNvSpPr>
          <p:nvPr>
            <p:ph type="pic" idx="2"/>
          </p:nvPr>
        </p:nvSpPr>
        <p:spPr>
          <a:xfrm>
            <a:off x="1453549" y="501168"/>
            <a:ext cx="4176000" cy="4176000"/>
          </a:xfrm>
          <a:prstGeom prst="diamond">
            <a:avLst/>
          </a:prstGeom>
          <a:solidFill>
            <a:srgbClr val="F2F2F2"/>
          </a:solidFill>
          <a:ln>
            <a:noFill/>
          </a:ln>
        </p:spPr>
      </p:sp>
      <p:sp>
        <p:nvSpPr>
          <p:cNvPr id="135" name="Google Shape;135;p54"/>
          <p:cNvSpPr/>
          <p:nvPr/>
        </p:nvSpPr>
        <p:spPr>
          <a:xfrm rot="2700000">
            <a:off x="1947315" y="994934"/>
            <a:ext cx="3188468" cy="3188468"/>
          </a:xfrm>
          <a:prstGeom prst="frame">
            <a:avLst>
              <a:gd name="adj1" fmla="val 1802"/>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36" name="Google Shape;136;p54"/>
          <p:cNvSpPr/>
          <p:nvPr/>
        </p:nvSpPr>
        <p:spPr>
          <a:xfrm rot="10800000">
            <a:off x="906447" y="1455157"/>
            <a:ext cx="1432854" cy="2268009"/>
          </a:xfrm>
          <a:prstGeom prst="chevron">
            <a:avLst>
              <a:gd name="adj" fmla="val 8089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F2F2F2"/>
        </a:solidFill>
        <a:effectLst/>
      </p:bgPr>
    </p:bg>
    <p:spTree>
      <p:nvGrpSpPr>
        <p:cNvPr id="1" name="Shape 140"/>
        <p:cNvGrpSpPr/>
        <p:nvPr/>
      </p:nvGrpSpPr>
      <p:grpSpPr>
        <a:xfrm>
          <a:off x="0" y="0"/>
          <a:ext cx="0" cy="0"/>
          <a:chOff x="0" y="0"/>
          <a:chExt cx="0" cy="0"/>
        </a:xfrm>
      </p:grpSpPr>
      <p:sp>
        <p:nvSpPr>
          <p:cNvPr id="141" name="Google Shape;141;p29"/>
          <p:cNvSpPr txBox="1">
            <a:spLocks noGrp="1"/>
          </p:cNvSpPr>
          <p:nvPr>
            <p:ph type="title"/>
          </p:nvPr>
        </p:nvSpPr>
        <p:spPr>
          <a:xfrm>
            <a:off x="628650" y="122611"/>
            <a:ext cx="8515350" cy="554292"/>
          </a:xfrm>
          <a:prstGeom prst="rect">
            <a:avLst/>
          </a:prstGeom>
          <a:noFill/>
          <a:ln>
            <a:noFill/>
          </a:ln>
        </p:spPr>
        <p:txBody>
          <a:bodyPr spcFirstLastPara="1" wrap="square" lIns="91425" tIns="45700" rIns="91425" bIns="45700" anchor="t" anchorCtr="0">
            <a:normAutofit/>
          </a:bodyPr>
          <a:lstStyle>
            <a:lvl1pPr marR="0" lvl="0" algn="ctr" rtl="0">
              <a:spcBef>
                <a:spcPts val="0"/>
              </a:spcBef>
              <a:spcAft>
                <a:spcPts val="0"/>
              </a:spcAft>
              <a:buClr>
                <a:schemeClr val="dk1"/>
              </a:buClr>
              <a:buSzPts val="2700"/>
              <a:buFont typeface="Arial"/>
              <a:buNone/>
              <a:defRPr sz="27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Break Layout">
  <p:cSld name="Section Break Layout">
    <p:spTree>
      <p:nvGrpSpPr>
        <p:cNvPr id="1" name="Shape 142"/>
        <p:cNvGrpSpPr/>
        <p:nvPr/>
      </p:nvGrpSpPr>
      <p:grpSpPr>
        <a:xfrm>
          <a:off x="0" y="0"/>
          <a:ext cx="0" cy="0"/>
          <a:chOff x="0" y="0"/>
          <a:chExt cx="0" cy="0"/>
        </a:xfrm>
      </p:grpSpPr>
      <p:sp>
        <p:nvSpPr>
          <p:cNvPr id="143" name="Google Shape;143;p55"/>
          <p:cNvSpPr/>
          <p:nvPr/>
        </p:nvSpPr>
        <p:spPr>
          <a:xfrm>
            <a:off x="0" y="2571750"/>
            <a:ext cx="9144000" cy="257175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55"/>
          <p:cNvSpPr/>
          <p:nvPr/>
        </p:nvSpPr>
        <p:spPr>
          <a:xfrm>
            <a:off x="2116108" y="843558"/>
            <a:ext cx="4896544" cy="345638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55"/>
          <p:cNvSpPr/>
          <p:nvPr/>
        </p:nvSpPr>
        <p:spPr>
          <a:xfrm>
            <a:off x="2116108" y="0"/>
            <a:ext cx="4896544" cy="19548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55"/>
          <p:cNvSpPr/>
          <p:nvPr/>
        </p:nvSpPr>
        <p:spPr>
          <a:xfrm>
            <a:off x="2116108" y="4948014"/>
            <a:ext cx="4896544" cy="19548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55"/>
          <p:cNvSpPr txBox="1">
            <a:spLocks noGrp="1"/>
          </p:cNvSpPr>
          <p:nvPr>
            <p:ph type="body" idx="1"/>
          </p:nvPr>
        </p:nvSpPr>
        <p:spPr>
          <a:xfrm>
            <a:off x="2116108" y="3049518"/>
            <a:ext cx="4896544" cy="576064"/>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720"/>
              </a:spcBef>
              <a:spcAft>
                <a:spcPts val="0"/>
              </a:spcAft>
              <a:buClr>
                <a:schemeClr val="lt1"/>
              </a:buClr>
              <a:buSzPts val="3600"/>
              <a:buFont typeface="Arial"/>
              <a:buNone/>
              <a:defRPr sz="36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48" name="Google Shape;148;p55"/>
          <p:cNvSpPr txBox="1">
            <a:spLocks noGrp="1"/>
          </p:cNvSpPr>
          <p:nvPr>
            <p:ph type="body" idx="2"/>
          </p:nvPr>
        </p:nvSpPr>
        <p:spPr>
          <a:xfrm>
            <a:off x="2116108" y="3625582"/>
            <a:ext cx="4896544" cy="288032"/>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28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pic>
        <p:nvPicPr>
          <p:cNvPr id="149" name="Google Shape;149;p55" descr="E:\002-KIMS BUSINESS\007-02-Fullslidesppt-Contents\20161228\02-edu\bulb-item.png"/>
          <p:cNvPicPr preferRelativeResize="0"/>
          <p:nvPr/>
        </p:nvPicPr>
        <p:blipFill rotWithShape="1">
          <a:blip r:embed="rId2">
            <a:alphaModFix/>
          </a:blip>
          <a:srcRect/>
          <a:stretch/>
        </p:blipFill>
        <p:spPr>
          <a:xfrm flipH="1">
            <a:off x="4155985" y="1156325"/>
            <a:ext cx="816788" cy="181280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le and Content">
  <p:cSld name="3_Title and Content">
    <p:spTree>
      <p:nvGrpSpPr>
        <p:cNvPr id="1" name="Shape 154"/>
        <p:cNvGrpSpPr/>
        <p:nvPr/>
      </p:nvGrpSpPr>
      <p:grpSpPr>
        <a:xfrm>
          <a:off x="0" y="0"/>
          <a:ext cx="0" cy="0"/>
          <a:chOff x="0" y="0"/>
          <a:chExt cx="0" cy="0"/>
        </a:xfrm>
      </p:grpSpPr>
      <p:sp>
        <p:nvSpPr>
          <p:cNvPr id="155" name="Google Shape;155;p32"/>
          <p:cNvSpPr txBox="1">
            <a:spLocks noGrp="1"/>
          </p:cNvSpPr>
          <p:nvPr>
            <p:ph type="title"/>
          </p:nvPr>
        </p:nvSpPr>
        <p:spPr>
          <a:xfrm>
            <a:off x="389436" y="171451"/>
            <a:ext cx="8363938"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389436" y="1085850"/>
            <a:ext cx="8363938" cy="77906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rgbClr val="595959"/>
              </a:buClr>
              <a:buSzPts val="2400"/>
              <a:buFont typeface="Arial"/>
              <a:buNone/>
              <a:defRPr sz="3000">
                <a:solidFill>
                  <a:srgbClr val="595959"/>
                </a:solidFill>
                <a:latin typeface="Quattrocento Sans"/>
                <a:ea typeface="Quattrocento Sans"/>
                <a:cs typeface="Quattrocento Sans"/>
                <a:sym typeface="Quattrocento Sans"/>
              </a:defRPr>
            </a:lvl1pPr>
            <a:lvl2pPr marL="914400" lvl="1" indent="-228600" algn="l">
              <a:lnSpc>
                <a:spcPct val="100000"/>
              </a:lnSpc>
              <a:spcBef>
                <a:spcPts val="675"/>
              </a:spcBef>
              <a:spcAft>
                <a:spcPts val="0"/>
              </a:spcAft>
              <a:buClr>
                <a:srgbClr val="595959"/>
              </a:buClr>
              <a:buSzPts val="1200"/>
              <a:buFont typeface="Arial"/>
              <a:buNone/>
              <a:defRPr sz="1500">
                <a:solidFill>
                  <a:srgbClr val="595959"/>
                </a:solidFill>
              </a:defRPr>
            </a:lvl2pPr>
            <a:lvl3pPr marL="1371600" lvl="2" indent="-320039" algn="l">
              <a:lnSpc>
                <a:spcPct val="100000"/>
              </a:lnSpc>
              <a:spcBef>
                <a:spcPts val="225"/>
              </a:spcBef>
              <a:spcAft>
                <a:spcPts val="0"/>
              </a:spcAft>
              <a:buClr>
                <a:srgbClr val="3D3D3D"/>
              </a:buClr>
              <a:buSzPts val="1440"/>
              <a:buFont typeface="Quattrocento Sans"/>
              <a:buChar char="•"/>
              <a:defRPr>
                <a:solidFill>
                  <a:srgbClr val="3D3D3D"/>
                </a:solidFill>
              </a:defRPr>
            </a:lvl3pPr>
            <a:lvl4pPr marL="1828800" lvl="3" indent="-304800" algn="l">
              <a:lnSpc>
                <a:spcPct val="100000"/>
              </a:lnSpc>
              <a:spcBef>
                <a:spcPts val="225"/>
              </a:spcBef>
              <a:spcAft>
                <a:spcPts val="0"/>
              </a:spcAft>
              <a:buClr>
                <a:srgbClr val="3D3D3D"/>
              </a:buClr>
              <a:buSzPts val="1200"/>
              <a:buFont typeface="Quattrocento Sans"/>
              <a:buChar char="•"/>
              <a:defRPr>
                <a:solidFill>
                  <a:srgbClr val="3D3D3D"/>
                </a:solidFill>
              </a:defRPr>
            </a:lvl4pPr>
            <a:lvl5pPr marL="2286000" lvl="4" indent="-304800" algn="l">
              <a:lnSpc>
                <a:spcPct val="100000"/>
              </a:lnSpc>
              <a:spcBef>
                <a:spcPts val="225"/>
              </a:spcBef>
              <a:spcAft>
                <a:spcPts val="0"/>
              </a:spcAft>
              <a:buClr>
                <a:srgbClr val="3D3D3D"/>
              </a:buClr>
              <a:buSzPts val="1200"/>
              <a:buFont typeface="Quattrocento Sans"/>
              <a:buChar char="•"/>
              <a:defRPr>
                <a:solidFill>
                  <a:srgbClr val="3D3D3D"/>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Title and Content" type="obj">
  <p:cSld name="OBJECT">
    <p:spTree>
      <p:nvGrpSpPr>
        <p:cNvPr id="1" name="Shape 157"/>
        <p:cNvGrpSpPr/>
        <p:nvPr/>
      </p:nvGrpSpPr>
      <p:grpSpPr>
        <a:xfrm>
          <a:off x="0" y="0"/>
          <a:ext cx="0" cy="0"/>
          <a:chOff x="0" y="0"/>
          <a:chExt cx="0" cy="0"/>
        </a:xfrm>
      </p:grpSpPr>
      <p:sp>
        <p:nvSpPr>
          <p:cNvPr id="158" name="Google Shape;158;p33"/>
          <p:cNvSpPr txBox="1">
            <a:spLocks noGrp="1"/>
          </p:cNvSpPr>
          <p:nvPr>
            <p:ph type="title"/>
          </p:nvPr>
        </p:nvSpPr>
        <p:spPr>
          <a:xfrm>
            <a:off x="1401741" y="297881"/>
            <a:ext cx="7354728"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33"/>
          <p:cNvSpPr txBox="1">
            <a:spLocks noGrp="1"/>
          </p:cNvSpPr>
          <p:nvPr>
            <p:ph type="body" idx="1"/>
          </p:nvPr>
        </p:nvSpPr>
        <p:spPr>
          <a:xfrm>
            <a:off x="628650" y="1369219"/>
            <a:ext cx="7886700" cy="1533753"/>
          </a:xfrm>
          <a:prstGeom prst="rect">
            <a:avLst/>
          </a:prstGeom>
          <a:noFill/>
          <a:ln>
            <a:noFill/>
          </a:ln>
        </p:spPr>
        <p:txBody>
          <a:bodyPr spcFirstLastPara="1" wrap="square" lIns="0" tIns="0" rIns="0" bIns="0" anchor="t" anchorCtr="0">
            <a:spAutoFit/>
          </a:bodyPr>
          <a:lstStyle>
            <a:lvl1pPr marL="457200" lvl="0" indent="-320040" algn="l">
              <a:lnSpc>
                <a:spcPct val="100000"/>
              </a:lnSpc>
              <a:spcBef>
                <a:spcPts val="900"/>
              </a:spcBef>
              <a:spcAft>
                <a:spcPts val="0"/>
              </a:spcAft>
              <a:buClr>
                <a:srgbClr val="595959"/>
              </a:buClr>
              <a:buSzPts val="1440"/>
              <a:buChar char="•"/>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0" name="Google Shape;160;p3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61" name="Google Shape;161;p3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62" name="Google Shape;162;p3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888888"/>
                </a:solidFill>
                <a:latin typeface="Quattrocento Sans"/>
                <a:ea typeface="Quattrocento Sans"/>
                <a:cs typeface="Quattrocento Sans"/>
                <a:sym typeface="Quattrocento Sans"/>
              </a:defRPr>
            </a:lvl1pPr>
            <a:lvl2pPr marL="0" marR="0" lvl="1" indent="0" algn="l" rtl="0">
              <a:spcBef>
                <a:spcPts val="0"/>
              </a:spcBef>
              <a:buNone/>
              <a:defRPr sz="1800">
                <a:solidFill>
                  <a:srgbClr val="888888"/>
                </a:solidFill>
                <a:latin typeface="Quattrocento Sans"/>
                <a:ea typeface="Quattrocento Sans"/>
                <a:cs typeface="Quattrocento Sans"/>
                <a:sym typeface="Quattrocento Sans"/>
              </a:defRPr>
            </a:lvl2pPr>
            <a:lvl3pPr marL="0" marR="0" lvl="2" indent="0" algn="l" rtl="0">
              <a:spcBef>
                <a:spcPts val="0"/>
              </a:spcBef>
              <a:buNone/>
              <a:defRPr sz="1800">
                <a:solidFill>
                  <a:srgbClr val="888888"/>
                </a:solidFill>
                <a:latin typeface="Quattrocento Sans"/>
                <a:ea typeface="Quattrocento Sans"/>
                <a:cs typeface="Quattrocento Sans"/>
                <a:sym typeface="Quattrocento Sans"/>
              </a:defRPr>
            </a:lvl3pPr>
            <a:lvl4pPr marL="0" marR="0" lvl="3" indent="0" algn="l" rtl="0">
              <a:spcBef>
                <a:spcPts val="0"/>
              </a:spcBef>
              <a:buNone/>
              <a:defRPr sz="1800">
                <a:solidFill>
                  <a:srgbClr val="888888"/>
                </a:solidFill>
                <a:latin typeface="Quattrocento Sans"/>
                <a:ea typeface="Quattrocento Sans"/>
                <a:cs typeface="Quattrocento Sans"/>
                <a:sym typeface="Quattrocento Sans"/>
              </a:defRPr>
            </a:lvl4pPr>
            <a:lvl5pPr marL="0" marR="0" lvl="4" indent="0" algn="l" rtl="0">
              <a:spcBef>
                <a:spcPts val="0"/>
              </a:spcBef>
              <a:buNone/>
              <a:defRPr sz="1800">
                <a:solidFill>
                  <a:srgbClr val="888888"/>
                </a:solidFill>
                <a:latin typeface="Quattrocento Sans"/>
                <a:ea typeface="Quattrocento Sans"/>
                <a:cs typeface="Quattrocento Sans"/>
                <a:sym typeface="Quattrocento Sans"/>
              </a:defRPr>
            </a:lvl5pPr>
            <a:lvl6pPr marL="0" marR="0" lvl="5" indent="0" algn="l" rtl="0">
              <a:spcBef>
                <a:spcPts val="0"/>
              </a:spcBef>
              <a:buNone/>
              <a:defRPr sz="1800">
                <a:solidFill>
                  <a:srgbClr val="888888"/>
                </a:solidFill>
                <a:latin typeface="Quattrocento Sans"/>
                <a:ea typeface="Quattrocento Sans"/>
                <a:cs typeface="Quattrocento Sans"/>
                <a:sym typeface="Quattrocento Sans"/>
              </a:defRPr>
            </a:lvl6pPr>
            <a:lvl7pPr marL="0" marR="0" lvl="6" indent="0" algn="l" rtl="0">
              <a:spcBef>
                <a:spcPts val="0"/>
              </a:spcBef>
              <a:buNone/>
              <a:defRPr sz="1800">
                <a:solidFill>
                  <a:srgbClr val="888888"/>
                </a:solidFill>
                <a:latin typeface="Quattrocento Sans"/>
                <a:ea typeface="Quattrocento Sans"/>
                <a:cs typeface="Quattrocento Sans"/>
                <a:sym typeface="Quattrocento Sans"/>
              </a:defRPr>
            </a:lvl7pPr>
            <a:lvl8pPr marL="0" marR="0" lvl="7" indent="0" algn="l" rtl="0">
              <a:spcBef>
                <a:spcPts val="0"/>
              </a:spcBef>
              <a:buNone/>
              <a:defRPr sz="1800">
                <a:solidFill>
                  <a:srgbClr val="888888"/>
                </a:solidFill>
                <a:latin typeface="Quattrocento Sans"/>
                <a:ea typeface="Quattrocento Sans"/>
                <a:cs typeface="Quattrocento Sans"/>
                <a:sym typeface="Quattrocento Sans"/>
              </a:defRPr>
            </a:lvl8pPr>
            <a:lvl9pPr marL="0" marR="0" lvl="8" indent="0" algn="l" rtl="0">
              <a:spcBef>
                <a:spcPts val="0"/>
              </a:spcBef>
              <a:buNone/>
              <a:defRPr sz="1800">
                <a:solidFill>
                  <a:srgbClr val="888888"/>
                </a:solidFill>
                <a:latin typeface="Quattrocento Sans"/>
                <a:ea typeface="Quattrocento Sans"/>
                <a:cs typeface="Quattrocento Sans"/>
                <a:sym typeface="Quattrocento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3"/>
        <p:cNvGrpSpPr/>
        <p:nvPr/>
      </p:nvGrpSpPr>
      <p:grpSpPr>
        <a:xfrm>
          <a:off x="0" y="0"/>
          <a:ext cx="0" cy="0"/>
          <a:chOff x="0" y="0"/>
          <a:chExt cx="0" cy="0"/>
        </a:xfrm>
      </p:grpSpPr>
      <p:sp>
        <p:nvSpPr>
          <p:cNvPr id="164" name="Google Shape;164;p34"/>
          <p:cNvSpPr txBox="1">
            <a:spLocks noGrp="1"/>
          </p:cNvSpPr>
          <p:nvPr>
            <p:ph type="title"/>
          </p:nvPr>
        </p:nvSpPr>
        <p:spPr>
          <a:xfrm>
            <a:off x="389436" y="171451"/>
            <a:ext cx="8363938"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34"/>
          <p:cNvSpPr txBox="1">
            <a:spLocks noGrp="1"/>
          </p:cNvSpPr>
          <p:nvPr>
            <p:ph type="body" idx="1"/>
          </p:nvPr>
        </p:nvSpPr>
        <p:spPr>
          <a:xfrm>
            <a:off x="389436" y="1085850"/>
            <a:ext cx="8363938" cy="77906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rgbClr val="595959"/>
              </a:buClr>
              <a:buSzPts val="2400"/>
              <a:buFont typeface="Arial"/>
              <a:buNone/>
              <a:defRPr sz="3000">
                <a:solidFill>
                  <a:srgbClr val="595959"/>
                </a:solidFill>
                <a:latin typeface="Quattrocento Sans"/>
                <a:ea typeface="Quattrocento Sans"/>
                <a:cs typeface="Quattrocento Sans"/>
                <a:sym typeface="Quattrocento Sans"/>
              </a:defRPr>
            </a:lvl1pPr>
            <a:lvl2pPr marL="914400" lvl="1" indent="-228600" algn="l">
              <a:lnSpc>
                <a:spcPct val="100000"/>
              </a:lnSpc>
              <a:spcBef>
                <a:spcPts val="675"/>
              </a:spcBef>
              <a:spcAft>
                <a:spcPts val="0"/>
              </a:spcAft>
              <a:buClr>
                <a:srgbClr val="595959"/>
              </a:buClr>
              <a:buSzPts val="1200"/>
              <a:buFont typeface="Arial"/>
              <a:buNone/>
              <a:defRPr sz="1500">
                <a:solidFill>
                  <a:srgbClr val="595959"/>
                </a:solidFill>
              </a:defRPr>
            </a:lvl2pPr>
            <a:lvl3pPr marL="1371600" lvl="2" indent="-320039" algn="l">
              <a:lnSpc>
                <a:spcPct val="100000"/>
              </a:lnSpc>
              <a:spcBef>
                <a:spcPts val="225"/>
              </a:spcBef>
              <a:spcAft>
                <a:spcPts val="0"/>
              </a:spcAft>
              <a:buClr>
                <a:srgbClr val="3D3D3D"/>
              </a:buClr>
              <a:buSzPts val="1440"/>
              <a:buFont typeface="Quattrocento Sans"/>
              <a:buChar char="•"/>
              <a:defRPr>
                <a:solidFill>
                  <a:srgbClr val="3D3D3D"/>
                </a:solidFill>
              </a:defRPr>
            </a:lvl3pPr>
            <a:lvl4pPr marL="1828800" lvl="3" indent="-304800" algn="l">
              <a:lnSpc>
                <a:spcPct val="100000"/>
              </a:lnSpc>
              <a:spcBef>
                <a:spcPts val="225"/>
              </a:spcBef>
              <a:spcAft>
                <a:spcPts val="0"/>
              </a:spcAft>
              <a:buClr>
                <a:srgbClr val="3D3D3D"/>
              </a:buClr>
              <a:buSzPts val="1200"/>
              <a:buFont typeface="Quattrocento Sans"/>
              <a:buChar char="•"/>
              <a:defRPr>
                <a:solidFill>
                  <a:srgbClr val="3D3D3D"/>
                </a:solidFill>
              </a:defRPr>
            </a:lvl4pPr>
            <a:lvl5pPr marL="2286000" lvl="4" indent="-304800" algn="l">
              <a:lnSpc>
                <a:spcPct val="100000"/>
              </a:lnSpc>
              <a:spcBef>
                <a:spcPts val="225"/>
              </a:spcBef>
              <a:spcAft>
                <a:spcPts val="0"/>
              </a:spcAft>
              <a:buClr>
                <a:srgbClr val="3D3D3D"/>
              </a:buClr>
              <a:buSzPts val="1200"/>
              <a:buFont typeface="Quattrocento Sans"/>
              <a:buChar char="•"/>
              <a:defRPr>
                <a:solidFill>
                  <a:srgbClr val="3D3D3D"/>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p:cSld name="3_Title and Content 2">
    <p:spTree>
      <p:nvGrpSpPr>
        <p:cNvPr id="1" name="Shape 166"/>
        <p:cNvGrpSpPr/>
        <p:nvPr/>
      </p:nvGrpSpPr>
      <p:grpSpPr>
        <a:xfrm>
          <a:off x="0" y="0"/>
          <a:ext cx="0" cy="0"/>
          <a:chOff x="0" y="0"/>
          <a:chExt cx="0" cy="0"/>
        </a:xfrm>
      </p:grpSpPr>
      <p:sp>
        <p:nvSpPr>
          <p:cNvPr id="167" name="Google Shape;167;p35"/>
          <p:cNvSpPr txBox="1">
            <a:spLocks noGrp="1"/>
          </p:cNvSpPr>
          <p:nvPr>
            <p:ph type="body" idx="1"/>
          </p:nvPr>
        </p:nvSpPr>
        <p:spPr>
          <a:xfrm>
            <a:off x="389436" y="1097758"/>
            <a:ext cx="8368940" cy="1546577"/>
          </a:xfrm>
          <a:prstGeom prst="rect">
            <a:avLst/>
          </a:prstGeom>
          <a:noFill/>
          <a:ln>
            <a:noFill/>
          </a:ln>
        </p:spPr>
        <p:txBody>
          <a:bodyPr spcFirstLastPara="1" wrap="square" lIns="0" tIns="0" rIns="0" bIns="0" anchor="t" anchorCtr="0">
            <a:spAutoFit/>
          </a:bodyPr>
          <a:lstStyle>
            <a:lvl1pPr marL="457200" lvl="0" indent="-320040" algn="l">
              <a:lnSpc>
                <a:spcPct val="100000"/>
              </a:lnSpc>
              <a:spcBef>
                <a:spcPts val="900"/>
              </a:spcBef>
              <a:spcAft>
                <a:spcPts val="0"/>
              </a:spcAft>
              <a:buClr>
                <a:srgbClr val="595959"/>
              </a:buClr>
              <a:buSzPts val="1440"/>
              <a:buChar char="•"/>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8" name="Google Shape;168;p35"/>
          <p:cNvSpPr txBox="1">
            <a:spLocks noGrp="1"/>
          </p:cNvSpPr>
          <p:nvPr>
            <p:ph type="title"/>
          </p:nvPr>
        </p:nvSpPr>
        <p:spPr>
          <a:xfrm>
            <a:off x="1237162" y="228601"/>
            <a:ext cx="6916239"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blipFill>
          <a:blip r:embed="rId2">
            <a:alphaModFix/>
          </a:blip>
          <a:stretch>
            <a:fillRect/>
          </a:stretch>
        </a:blipFill>
        <a:effectLst/>
      </p:bgPr>
    </p:bg>
    <p:spTree>
      <p:nvGrpSpPr>
        <p:cNvPr id="1" name="Shape 169"/>
        <p:cNvGrpSpPr/>
        <p:nvPr/>
      </p:nvGrpSpPr>
      <p:grpSpPr>
        <a:xfrm>
          <a:off x="0" y="0"/>
          <a:ext cx="0" cy="0"/>
          <a:chOff x="0" y="0"/>
          <a:chExt cx="0" cy="0"/>
        </a:xfrm>
      </p:grpSpPr>
      <p:sp>
        <p:nvSpPr>
          <p:cNvPr id="170" name="Google Shape;170;p56"/>
          <p:cNvSpPr txBox="1">
            <a:spLocks noGrp="1"/>
          </p:cNvSpPr>
          <p:nvPr>
            <p:ph type="ctrTitle"/>
          </p:nvPr>
        </p:nvSpPr>
        <p:spPr>
          <a:xfrm>
            <a:off x="389435" y="2125981"/>
            <a:ext cx="8368940" cy="76174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lt1"/>
              </a:buClr>
              <a:buSzPts val="4950"/>
              <a:buFont typeface="Quattrocento Sans"/>
              <a:buNone/>
              <a:defRPr sz="495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56"/>
          <p:cNvSpPr txBox="1">
            <a:spLocks noGrp="1"/>
          </p:cNvSpPr>
          <p:nvPr>
            <p:ph type="body" idx="1"/>
          </p:nvPr>
        </p:nvSpPr>
        <p:spPr>
          <a:xfrm>
            <a:off x="389437" y="3223260"/>
            <a:ext cx="4091816" cy="95923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5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marL="914400" lvl="1" indent="-228600" algn="l">
              <a:lnSpc>
                <a:spcPct val="100000"/>
              </a:lnSpc>
              <a:spcBef>
                <a:spcPts val="225"/>
              </a:spcBef>
              <a:spcAft>
                <a:spcPts val="0"/>
              </a:spcAft>
              <a:buClr>
                <a:srgbClr val="595959"/>
              </a:buClr>
              <a:buSzPts val="1680"/>
              <a:buFont typeface="Arial"/>
              <a:buNone/>
              <a:defRPr/>
            </a:lvl2pPr>
            <a:lvl3pPr marL="1371600" lvl="2" indent="-228600" algn="l">
              <a:lnSpc>
                <a:spcPct val="100000"/>
              </a:lnSpc>
              <a:spcBef>
                <a:spcPts val="225"/>
              </a:spcBef>
              <a:spcAft>
                <a:spcPts val="0"/>
              </a:spcAft>
              <a:buClr>
                <a:srgbClr val="595959"/>
              </a:buClr>
              <a:buSzPts val="1440"/>
              <a:buFont typeface="Arial"/>
              <a:buNone/>
              <a:defRPr/>
            </a:lvl3pPr>
            <a:lvl4pPr marL="1828800" lvl="3" indent="-228600" algn="l">
              <a:lnSpc>
                <a:spcPct val="100000"/>
              </a:lnSpc>
              <a:spcBef>
                <a:spcPts val="225"/>
              </a:spcBef>
              <a:spcAft>
                <a:spcPts val="0"/>
              </a:spcAft>
              <a:buClr>
                <a:srgbClr val="595959"/>
              </a:buClr>
              <a:buSzPts val="1200"/>
              <a:buFont typeface="Arial"/>
              <a:buNone/>
              <a:defRPr/>
            </a:lvl4pPr>
            <a:lvl5pPr marL="2286000" lvl="4" indent="-228600" algn="l">
              <a:lnSpc>
                <a:spcPct val="100000"/>
              </a:lnSpc>
              <a:spcBef>
                <a:spcPts val="225"/>
              </a:spcBef>
              <a:spcAft>
                <a:spcPts val="0"/>
              </a:spcAft>
              <a:buClr>
                <a:srgbClr val="595959"/>
              </a:buClr>
              <a:buSzPts val="1200"/>
              <a:buFont typeface="Arial"/>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72" name="Google Shape;172;p56"/>
          <p:cNvPicPr preferRelativeResize="0"/>
          <p:nvPr/>
        </p:nvPicPr>
        <p:blipFill rotWithShape="1">
          <a:blip r:embed="rId3">
            <a:alphaModFix/>
          </a:blip>
          <a:srcRect l="16423" t="15001" r="16424" b="13600"/>
          <a:stretch/>
        </p:blipFill>
        <p:spPr>
          <a:xfrm>
            <a:off x="179512" y="144913"/>
            <a:ext cx="576064" cy="816090"/>
          </a:xfrm>
          <a:prstGeom prst="rect">
            <a:avLst/>
          </a:prstGeom>
          <a:noFill/>
          <a:ln>
            <a:noFill/>
          </a:ln>
        </p:spPr>
      </p:pic>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WALKIN - Prints in GRAYSCALE">
  <p:cSld name="WALKIN - Prints in GRAYSCALE">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57"/>
          <p:cNvSpPr txBox="1">
            <a:spLocks noGrp="1"/>
          </p:cNvSpPr>
          <p:nvPr>
            <p:ph type="body" idx="1"/>
          </p:nvPr>
        </p:nvSpPr>
        <p:spPr>
          <a:xfrm>
            <a:off x="387529" y="2125980"/>
            <a:ext cx="8368940" cy="914096"/>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900"/>
              </a:spcBef>
              <a:spcAft>
                <a:spcPts val="0"/>
              </a:spcAft>
              <a:buClr>
                <a:schemeClr val="lt1"/>
              </a:buClr>
              <a:buSzPts val="5280"/>
              <a:buNone/>
              <a:defRPr sz="6600" i="0">
                <a:solidFill>
                  <a:schemeClr val="lt1"/>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5" name="Google Shape;175;p57"/>
          <p:cNvSpPr txBox="1">
            <a:spLocks noGrp="1"/>
          </p:cNvSpPr>
          <p:nvPr>
            <p:ph type="body" idx="2"/>
          </p:nvPr>
        </p:nvSpPr>
        <p:spPr>
          <a:xfrm>
            <a:off x="384673" y="3223261"/>
            <a:ext cx="5636696" cy="3323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900"/>
              </a:spcBef>
              <a:spcAft>
                <a:spcPts val="0"/>
              </a:spcAft>
              <a:buClr>
                <a:schemeClr val="lt1"/>
              </a:buClr>
              <a:buSzPts val="1920"/>
              <a:buNone/>
              <a:defRPr sz="2400">
                <a:solidFill>
                  <a:schemeClr val="lt1"/>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76" name="Google Shape;176;p57"/>
          <p:cNvPicPr preferRelativeResize="0"/>
          <p:nvPr/>
        </p:nvPicPr>
        <p:blipFill rotWithShape="1">
          <a:blip r:embed="rId3">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1_Section Divider">
  <p:cSld name="1_Section Divider">
    <p:bg>
      <p:bgPr>
        <a:blipFill>
          <a:blip r:embed="rId2">
            <a:alphaModFix/>
          </a:blip>
          <a:stretch>
            <a:fillRect/>
          </a:stretch>
        </a:blipFill>
        <a:effectLst/>
      </p:bgPr>
    </p:bg>
    <p:spTree>
      <p:nvGrpSpPr>
        <p:cNvPr id="1" name="Shape 177"/>
        <p:cNvGrpSpPr/>
        <p:nvPr/>
      </p:nvGrpSpPr>
      <p:grpSpPr>
        <a:xfrm>
          <a:off x="0" y="0"/>
          <a:ext cx="0" cy="0"/>
          <a:chOff x="0" y="0"/>
          <a:chExt cx="0" cy="0"/>
        </a:xfrm>
      </p:grpSpPr>
      <p:sp>
        <p:nvSpPr>
          <p:cNvPr id="178" name="Google Shape;178;p58"/>
          <p:cNvSpPr txBox="1">
            <a:spLocks noGrp="1"/>
          </p:cNvSpPr>
          <p:nvPr>
            <p:ph type="body" idx="1"/>
          </p:nvPr>
        </p:nvSpPr>
        <p:spPr>
          <a:xfrm>
            <a:off x="387529" y="1440180"/>
            <a:ext cx="8368940" cy="2031326"/>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900"/>
              </a:spcBef>
              <a:spcAft>
                <a:spcPts val="0"/>
              </a:spcAft>
              <a:buClr>
                <a:schemeClr val="lt1"/>
              </a:buClr>
              <a:buSzPts val="5280"/>
              <a:buFont typeface="Arial"/>
              <a:buNone/>
              <a:defRPr sz="6600" b="0" i="0" u="none" strike="noStrike" cap="none">
                <a:solidFill>
                  <a:schemeClr val="lt1"/>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79" name="Google Shape;179;p58"/>
          <p:cNvPicPr preferRelativeResize="0"/>
          <p:nvPr/>
        </p:nvPicPr>
        <p:blipFill rotWithShape="1">
          <a:blip r:embed="rId3">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180"/>
        <p:cNvGrpSpPr/>
        <p:nvPr/>
      </p:nvGrpSpPr>
      <p:grpSpPr>
        <a:xfrm>
          <a:off x="0" y="0"/>
          <a:ext cx="0" cy="0"/>
          <a:chOff x="0" y="0"/>
          <a:chExt cx="0" cy="0"/>
        </a:xfrm>
      </p:grpSpPr>
      <p:sp>
        <p:nvSpPr>
          <p:cNvPr id="181" name="Google Shape;181;p59"/>
          <p:cNvSpPr/>
          <p:nvPr/>
        </p:nvSpPr>
        <p:spPr>
          <a:xfrm>
            <a:off x="900364" y="1085850"/>
            <a:ext cx="7853009" cy="3524250"/>
          </a:xfrm>
          <a:prstGeom prst="rect">
            <a:avLst/>
          </a:prstGeom>
          <a:solidFill>
            <a:srgbClr val="F2F2F2"/>
          </a:solidFill>
          <a:ln>
            <a:noFill/>
          </a:ln>
        </p:spPr>
        <p:txBody>
          <a:bodyPr spcFirstLastPara="1" wrap="square" lIns="68550" tIns="34275" rIns="68550" bIns="34275" anchor="ctr" anchorCtr="0">
            <a:noAutofit/>
          </a:bodyPr>
          <a:lstStyle/>
          <a:p>
            <a:pPr marL="0" marR="0" lvl="0" indent="0" algn="ctr" rtl="0">
              <a:spcBef>
                <a:spcPts val="0"/>
              </a:spcBef>
              <a:spcAft>
                <a:spcPts val="0"/>
              </a:spcAft>
              <a:buNone/>
            </a:pPr>
            <a:endParaRPr sz="1650">
              <a:solidFill>
                <a:srgbClr val="FFFFFF"/>
              </a:solidFill>
              <a:latin typeface="Quattrocento Sans"/>
              <a:ea typeface="Quattrocento Sans"/>
              <a:cs typeface="Quattrocento Sans"/>
              <a:sym typeface="Quattrocento Sans"/>
            </a:endParaRPr>
          </a:p>
        </p:txBody>
      </p:sp>
      <p:sp>
        <p:nvSpPr>
          <p:cNvPr id="182" name="Google Shape;182;p59"/>
          <p:cNvSpPr txBox="1">
            <a:spLocks noGrp="1"/>
          </p:cNvSpPr>
          <p:nvPr>
            <p:ph type="title"/>
          </p:nvPr>
        </p:nvSpPr>
        <p:spPr>
          <a:xfrm>
            <a:off x="1280574" y="267753"/>
            <a:ext cx="6825201"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b="0" cap="none">
                <a:solidFill>
                  <a:srgbClr val="595959"/>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59"/>
          <p:cNvSpPr txBox="1">
            <a:spLocks noGrp="1"/>
          </p:cNvSpPr>
          <p:nvPr>
            <p:ph type="body" idx="1"/>
          </p:nvPr>
        </p:nvSpPr>
        <p:spPr>
          <a:xfrm>
            <a:off x="2606032" y="2538560"/>
            <a:ext cx="5210341" cy="980781"/>
          </a:xfrm>
          <a:prstGeom prst="rect">
            <a:avLst/>
          </a:prstGeom>
          <a:noFill/>
          <a:ln>
            <a:noFill/>
          </a:ln>
        </p:spPr>
        <p:txBody>
          <a:bodyPr spcFirstLastPara="1" wrap="square" lIns="182875" tIns="182875" rIns="0" bIns="0" anchor="ctr" anchorCtr="0">
            <a:spAutoFit/>
          </a:bodyPr>
          <a:lstStyle>
            <a:lvl1pPr marL="457200" lvl="0" indent="-228600" algn="l">
              <a:lnSpc>
                <a:spcPct val="100000"/>
              </a:lnSpc>
              <a:spcBef>
                <a:spcPts val="900"/>
              </a:spcBef>
              <a:spcAft>
                <a:spcPts val="0"/>
              </a:spcAft>
              <a:buClr>
                <a:srgbClr val="595959"/>
              </a:buClr>
              <a:buSzPts val="2640"/>
              <a:buNone/>
              <a:defRPr sz="3300">
                <a:solidFill>
                  <a:srgbClr val="595959"/>
                </a:solidFill>
                <a:latin typeface="Quattrocento Sans"/>
                <a:ea typeface="Quattrocento Sans"/>
                <a:cs typeface="Quattrocento Sans"/>
                <a:sym typeface="Quattrocento Sans"/>
              </a:defRPr>
            </a:lvl1pPr>
            <a:lvl2pPr marL="914400" lvl="1" indent="-228600" algn="l">
              <a:lnSpc>
                <a:spcPct val="100000"/>
              </a:lnSpc>
              <a:spcBef>
                <a:spcPts val="900"/>
              </a:spcBef>
              <a:spcAft>
                <a:spcPts val="0"/>
              </a:spcAft>
              <a:buClr>
                <a:srgbClr val="595959"/>
              </a:buClr>
              <a:buSzPts val="1440"/>
              <a:buFont typeface="Arial"/>
              <a:buNone/>
              <a:defRPr sz="1800">
                <a:solidFill>
                  <a:srgbClr val="595959"/>
                </a:solidFill>
                <a:latin typeface="Quattrocento Sans"/>
                <a:ea typeface="Quattrocento Sans"/>
                <a:cs typeface="Quattrocento Sans"/>
                <a:sym typeface="Quattrocento Sans"/>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4" name="Google Shape;184;p59"/>
          <p:cNvSpPr/>
          <p:nvPr/>
        </p:nvSpPr>
        <p:spPr>
          <a:xfrm>
            <a:off x="900364" y="1600200"/>
            <a:ext cx="1399160" cy="2857500"/>
          </a:xfrm>
          <a:custGeom>
            <a:avLst/>
            <a:gdLst/>
            <a:ahLst/>
            <a:cxnLst/>
            <a:rect l="l" t="t" r="r" b="b"/>
            <a:pathLst>
              <a:path w="42" h="86" extrusionOk="0">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p:spPr>
        <p:txBody>
          <a:bodyPr spcFirstLastPara="1" wrap="square" lIns="61725" tIns="30850" rIns="61725" bIns="3085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5"/>
        <p:cNvGrpSpPr/>
        <p:nvPr/>
      </p:nvGrpSpPr>
      <p:grpSpPr>
        <a:xfrm>
          <a:off x="0" y="0"/>
          <a:ext cx="0" cy="0"/>
          <a:chOff x="0" y="0"/>
          <a:chExt cx="0" cy="0"/>
        </a:xfrm>
      </p:grpSpPr>
      <p:sp>
        <p:nvSpPr>
          <p:cNvPr id="186" name="Google Shape;186;p60"/>
          <p:cNvSpPr txBox="1">
            <a:spLocks noGrp="1"/>
          </p:cNvSpPr>
          <p:nvPr>
            <p:ph type="body" idx="1"/>
          </p:nvPr>
        </p:nvSpPr>
        <p:spPr>
          <a:xfrm>
            <a:off x="389436" y="1097758"/>
            <a:ext cx="8368940" cy="1546577"/>
          </a:xfrm>
          <a:prstGeom prst="rect">
            <a:avLst/>
          </a:prstGeom>
          <a:noFill/>
          <a:ln>
            <a:noFill/>
          </a:ln>
        </p:spPr>
        <p:txBody>
          <a:bodyPr spcFirstLastPara="1" wrap="square" lIns="0" tIns="0" rIns="0" bIns="0" anchor="t" anchorCtr="0">
            <a:spAutoFit/>
          </a:bodyPr>
          <a:lstStyle>
            <a:lvl1pPr marL="457200" lvl="0" indent="-320040" algn="l">
              <a:lnSpc>
                <a:spcPct val="100000"/>
              </a:lnSpc>
              <a:spcBef>
                <a:spcPts val="900"/>
              </a:spcBef>
              <a:spcAft>
                <a:spcPts val="0"/>
              </a:spcAft>
              <a:buClr>
                <a:srgbClr val="595959"/>
              </a:buClr>
              <a:buSzPts val="1440"/>
              <a:buChar char="•"/>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7" name="Google Shape;187;p60"/>
          <p:cNvSpPr txBox="1">
            <a:spLocks noGrp="1"/>
          </p:cNvSpPr>
          <p:nvPr>
            <p:ph type="title"/>
          </p:nvPr>
        </p:nvSpPr>
        <p:spPr>
          <a:xfrm>
            <a:off x="1237162" y="228601"/>
            <a:ext cx="6916239"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Non-Bulleted Content">
  <p:cSld name="Title and  Non-Bulleted Content">
    <p:spTree>
      <p:nvGrpSpPr>
        <p:cNvPr id="1" name="Shape 188"/>
        <p:cNvGrpSpPr/>
        <p:nvPr/>
      </p:nvGrpSpPr>
      <p:grpSpPr>
        <a:xfrm>
          <a:off x="0" y="0"/>
          <a:ext cx="0" cy="0"/>
          <a:chOff x="0" y="0"/>
          <a:chExt cx="0" cy="0"/>
        </a:xfrm>
      </p:grpSpPr>
      <p:sp>
        <p:nvSpPr>
          <p:cNvPr id="189" name="Google Shape;189;p61"/>
          <p:cNvSpPr txBox="1">
            <a:spLocks noGrp="1"/>
          </p:cNvSpPr>
          <p:nvPr>
            <p:ph type="title"/>
          </p:nvPr>
        </p:nvSpPr>
        <p:spPr>
          <a:xfrm>
            <a:off x="1237162" y="276226"/>
            <a:ext cx="6887664"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b="0" cap="none">
                <a:solidFill>
                  <a:srgbClr val="595959"/>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61"/>
          <p:cNvSpPr txBox="1">
            <a:spLocks noGrp="1"/>
          </p:cNvSpPr>
          <p:nvPr>
            <p:ph type="body" idx="1"/>
          </p:nvPr>
        </p:nvSpPr>
        <p:spPr>
          <a:xfrm>
            <a:off x="389436" y="1097758"/>
            <a:ext cx="8368940" cy="15465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900"/>
              </a:spcBef>
              <a:spcAft>
                <a:spcPts val="0"/>
              </a:spcAft>
              <a:buClr>
                <a:srgbClr val="595959"/>
              </a:buClr>
              <a:buSzPts val="1920"/>
              <a:buFont typeface="Quattrocento Sans"/>
              <a:buNone/>
              <a:defRPr/>
            </a:lvl1pPr>
            <a:lvl2pPr marL="914400" lvl="1" indent="-228600" algn="l">
              <a:lnSpc>
                <a:spcPct val="100000"/>
              </a:lnSpc>
              <a:spcBef>
                <a:spcPts val="225"/>
              </a:spcBef>
              <a:spcAft>
                <a:spcPts val="0"/>
              </a:spcAft>
              <a:buClr>
                <a:srgbClr val="595959"/>
              </a:buClr>
              <a:buSzPts val="1680"/>
              <a:buFont typeface="Quattrocento Sans"/>
              <a:buNone/>
              <a:defRPr/>
            </a:lvl2pPr>
            <a:lvl3pPr marL="1371600" lvl="2" indent="-228600" algn="l">
              <a:lnSpc>
                <a:spcPct val="100000"/>
              </a:lnSpc>
              <a:spcBef>
                <a:spcPts val="225"/>
              </a:spcBef>
              <a:spcAft>
                <a:spcPts val="0"/>
              </a:spcAft>
              <a:buClr>
                <a:srgbClr val="595959"/>
              </a:buClr>
              <a:buSzPts val="1440"/>
              <a:buFont typeface="Quattrocento Sans"/>
              <a:buNone/>
              <a:defRPr/>
            </a:lvl3pPr>
            <a:lvl4pPr marL="1828800" lvl="3" indent="-228600" algn="l">
              <a:lnSpc>
                <a:spcPct val="100000"/>
              </a:lnSpc>
              <a:spcBef>
                <a:spcPts val="225"/>
              </a:spcBef>
              <a:spcAft>
                <a:spcPts val="0"/>
              </a:spcAft>
              <a:buClr>
                <a:srgbClr val="595959"/>
              </a:buClr>
              <a:buSzPts val="1200"/>
              <a:buFont typeface="Quattrocento Sans"/>
              <a:buNone/>
              <a:defRPr/>
            </a:lvl4pPr>
            <a:lvl5pPr marL="2286000" lvl="4" indent="-228600" algn="l">
              <a:lnSpc>
                <a:spcPct val="100000"/>
              </a:lnSpc>
              <a:spcBef>
                <a:spcPts val="225"/>
              </a:spcBef>
              <a:spcAft>
                <a:spcPts val="0"/>
              </a:spcAft>
              <a:buClr>
                <a:srgbClr val="595959"/>
              </a:buClr>
              <a:buSzPts val="1200"/>
              <a:buFont typeface="Quattrocento Sans"/>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1"/>
        <p:cNvGrpSpPr/>
        <p:nvPr/>
      </p:nvGrpSpPr>
      <p:grpSpPr>
        <a:xfrm>
          <a:off x="0" y="0"/>
          <a:ext cx="0" cy="0"/>
          <a:chOff x="0" y="0"/>
          <a:chExt cx="0" cy="0"/>
        </a:xfrm>
      </p:grpSpPr>
      <p:sp>
        <p:nvSpPr>
          <p:cNvPr id="192" name="Google Shape;192;p62"/>
          <p:cNvSpPr txBox="1">
            <a:spLocks noGrp="1"/>
          </p:cNvSpPr>
          <p:nvPr>
            <p:ph type="title"/>
          </p:nvPr>
        </p:nvSpPr>
        <p:spPr>
          <a:xfrm>
            <a:off x="1313362" y="219076"/>
            <a:ext cx="6773364"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595959"/>
              </a:buClr>
              <a:buSzPts val="4050"/>
              <a:buFont typeface="Quattrocento Sans"/>
              <a:buNone/>
              <a:defRPr sz="4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1_Demo, Video etc. &quot;special&quot; slides">
  <p:cSld name="1_Demo, Video etc. &quot;special&quot; slides">
    <p:bg>
      <p:bgPr>
        <a:solidFill>
          <a:schemeClr val="accent1">
            <a:alpha val="98823"/>
          </a:schemeClr>
        </a:solidFill>
        <a:effectLst/>
      </p:bgPr>
    </p:bg>
    <p:spTree>
      <p:nvGrpSpPr>
        <p:cNvPr id="1" name="Shape 194"/>
        <p:cNvGrpSpPr/>
        <p:nvPr/>
      </p:nvGrpSpPr>
      <p:grpSpPr>
        <a:xfrm>
          <a:off x="0" y="0"/>
          <a:ext cx="0" cy="0"/>
          <a:chOff x="0" y="0"/>
          <a:chExt cx="0" cy="0"/>
        </a:xfrm>
      </p:grpSpPr>
      <p:sp>
        <p:nvSpPr>
          <p:cNvPr id="195" name="Google Shape;195;p64"/>
          <p:cNvSpPr txBox="1">
            <a:spLocks noGrp="1"/>
          </p:cNvSpPr>
          <p:nvPr>
            <p:ph type="ctrTitle"/>
          </p:nvPr>
        </p:nvSpPr>
        <p:spPr>
          <a:xfrm>
            <a:off x="1417213" y="1085850"/>
            <a:ext cx="3154787" cy="114262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64"/>
          <p:cNvSpPr txBox="1">
            <a:spLocks noGrp="1"/>
          </p:cNvSpPr>
          <p:nvPr>
            <p:ph type="subTitle" idx="1"/>
          </p:nvPr>
        </p:nvSpPr>
        <p:spPr>
          <a:xfrm>
            <a:off x="1417213" y="4222855"/>
            <a:ext cx="3154788" cy="34624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lvl="1" algn="ctr">
              <a:lnSpc>
                <a:spcPct val="100000"/>
              </a:lnSpc>
              <a:spcBef>
                <a:spcPts val="225"/>
              </a:spcBef>
              <a:spcAft>
                <a:spcPts val="0"/>
              </a:spcAft>
              <a:buClr>
                <a:srgbClr val="8B8B8B"/>
              </a:buClr>
              <a:buSzPts val="1680"/>
              <a:buNone/>
              <a:defRPr>
                <a:solidFill>
                  <a:srgbClr val="8B8B8B"/>
                </a:solidFill>
              </a:defRPr>
            </a:lvl2pPr>
            <a:lvl3pPr lvl="2" algn="ctr">
              <a:lnSpc>
                <a:spcPct val="100000"/>
              </a:lnSpc>
              <a:spcBef>
                <a:spcPts val="225"/>
              </a:spcBef>
              <a:spcAft>
                <a:spcPts val="0"/>
              </a:spcAft>
              <a:buClr>
                <a:srgbClr val="8B8B8B"/>
              </a:buClr>
              <a:buSzPts val="1440"/>
              <a:buNone/>
              <a:defRPr>
                <a:solidFill>
                  <a:srgbClr val="8B8B8B"/>
                </a:solidFill>
              </a:defRPr>
            </a:lvl3pPr>
            <a:lvl4pPr lvl="3" algn="ctr">
              <a:lnSpc>
                <a:spcPct val="100000"/>
              </a:lnSpc>
              <a:spcBef>
                <a:spcPts val="225"/>
              </a:spcBef>
              <a:spcAft>
                <a:spcPts val="0"/>
              </a:spcAft>
              <a:buClr>
                <a:srgbClr val="8B8B8B"/>
              </a:buClr>
              <a:buSzPts val="1200"/>
              <a:buNone/>
              <a:defRPr>
                <a:solidFill>
                  <a:srgbClr val="8B8B8B"/>
                </a:solidFill>
              </a:defRPr>
            </a:lvl4pPr>
            <a:lvl5pPr lvl="4" algn="ctr">
              <a:lnSpc>
                <a:spcPct val="100000"/>
              </a:lnSpc>
              <a:spcBef>
                <a:spcPts val="225"/>
              </a:spcBef>
              <a:spcAft>
                <a:spcPts val="0"/>
              </a:spcAft>
              <a:buClr>
                <a:srgbClr val="8B8B8B"/>
              </a:buClr>
              <a:buSzPts val="1200"/>
              <a:buNone/>
              <a:defRPr>
                <a:solidFill>
                  <a:srgbClr val="8B8B8B"/>
                </a:solidFill>
              </a:defRPr>
            </a:lvl5pPr>
            <a:lvl6pPr lvl="5" algn="ctr">
              <a:spcBef>
                <a:spcPts val="300"/>
              </a:spcBef>
              <a:spcAft>
                <a:spcPts val="0"/>
              </a:spcAft>
              <a:buClr>
                <a:srgbClr val="8B8B8B"/>
              </a:buClr>
              <a:buSzPts val="1500"/>
              <a:buNone/>
              <a:defRPr>
                <a:solidFill>
                  <a:srgbClr val="8B8B8B"/>
                </a:solidFill>
              </a:defRPr>
            </a:lvl6pPr>
            <a:lvl7pPr lvl="6" algn="ctr">
              <a:spcBef>
                <a:spcPts val="300"/>
              </a:spcBef>
              <a:spcAft>
                <a:spcPts val="0"/>
              </a:spcAft>
              <a:buClr>
                <a:srgbClr val="8B8B8B"/>
              </a:buClr>
              <a:buSzPts val="1500"/>
              <a:buNone/>
              <a:defRPr>
                <a:solidFill>
                  <a:srgbClr val="8B8B8B"/>
                </a:solidFill>
              </a:defRPr>
            </a:lvl7pPr>
            <a:lvl8pPr lvl="7" algn="ctr">
              <a:spcBef>
                <a:spcPts val="300"/>
              </a:spcBef>
              <a:spcAft>
                <a:spcPts val="0"/>
              </a:spcAft>
              <a:buClr>
                <a:srgbClr val="8B8B8B"/>
              </a:buClr>
              <a:buSzPts val="1500"/>
              <a:buNone/>
              <a:defRPr>
                <a:solidFill>
                  <a:srgbClr val="8B8B8B"/>
                </a:solidFill>
              </a:defRPr>
            </a:lvl8pPr>
            <a:lvl9pPr lvl="8" algn="ctr">
              <a:spcBef>
                <a:spcPts val="300"/>
              </a:spcBef>
              <a:spcAft>
                <a:spcPts val="0"/>
              </a:spcAft>
              <a:buClr>
                <a:srgbClr val="8B8B8B"/>
              </a:buClr>
              <a:buSzPts val="1500"/>
              <a:buNone/>
              <a:defRPr>
                <a:solidFill>
                  <a:srgbClr val="8B8B8B"/>
                </a:solidFill>
              </a:defRPr>
            </a:lvl9pPr>
          </a:lstStyle>
          <a:p>
            <a:endParaRPr/>
          </a:p>
        </p:txBody>
      </p:sp>
      <p:sp>
        <p:nvSpPr>
          <p:cNvPr id="197" name="Google Shape;197;p64"/>
          <p:cNvSpPr txBox="1">
            <a:spLocks noGrp="1"/>
          </p:cNvSpPr>
          <p:nvPr>
            <p:ph type="body" idx="2"/>
          </p:nvPr>
        </p:nvSpPr>
        <p:spPr>
          <a:xfrm>
            <a:off x="1417213" y="3120390"/>
            <a:ext cx="6656137" cy="9559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rgbClr val="FED099"/>
              </a:buClr>
              <a:buSzPts val="3960"/>
              <a:buFont typeface="Arial"/>
              <a:buNone/>
              <a:defRPr sz="4950" b="0" i="0" u="none" strike="noStrike" cap="none">
                <a:solidFill>
                  <a:srgbClr val="FED099"/>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198" name="Google Shape;198;p64"/>
          <p:cNvGrpSpPr/>
          <p:nvPr/>
        </p:nvGrpSpPr>
        <p:grpSpPr>
          <a:xfrm>
            <a:off x="5786546" y="1602035"/>
            <a:ext cx="2625029" cy="1585544"/>
            <a:chOff x="1411369" y="3975421"/>
            <a:chExt cx="1714604" cy="1035908"/>
          </a:xfrm>
        </p:grpSpPr>
        <p:sp>
          <p:nvSpPr>
            <p:cNvPr id="199" name="Google Shape;199;p64"/>
            <p:cNvSpPr/>
            <p:nvPr/>
          </p:nvSpPr>
          <p:spPr>
            <a:xfrm>
              <a:off x="1900471" y="3975421"/>
              <a:ext cx="1225502" cy="656717"/>
            </a:xfrm>
            <a:custGeom>
              <a:avLst/>
              <a:gdLst/>
              <a:ahLst/>
              <a:cxnLst/>
              <a:rect l="l" t="t" r="r" b="b"/>
              <a:pathLst>
                <a:path w="189" h="101" extrusionOk="0">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rgbClr val="292929"/>
                </a:solidFill>
                <a:latin typeface="Quattrocento Sans"/>
                <a:ea typeface="Quattrocento Sans"/>
                <a:cs typeface="Quattrocento Sans"/>
                <a:sym typeface="Quattrocento Sans"/>
              </a:endParaRPr>
            </a:p>
          </p:txBody>
        </p:sp>
        <p:sp>
          <p:nvSpPr>
            <p:cNvPr id="200" name="Google Shape;200;p64"/>
            <p:cNvSpPr/>
            <p:nvPr/>
          </p:nvSpPr>
          <p:spPr>
            <a:xfrm>
              <a:off x="1411369" y="4269433"/>
              <a:ext cx="1390368" cy="741896"/>
            </a:xfrm>
            <a:custGeom>
              <a:avLst/>
              <a:gdLst/>
              <a:ahLst/>
              <a:cxnLst/>
              <a:rect l="l" t="t" r="r" b="b"/>
              <a:pathLst>
                <a:path w="214" h="114" extrusionOk="0">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rgbClr val="292929"/>
                </a:solidFill>
                <a:latin typeface="Quattrocento Sans"/>
                <a:ea typeface="Quattrocento Sans"/>
                <a:cs typeface="Quattrocento Sans"/>
                <a:sym typeface="Quattrocento Sans"/>
              </a:endParaRPr>
            </a:p>
          </p:txBody>
        </p:sp>
      </p:grpSp>
      <p:pic>
        <p:nvPicPr>
          <p:cNvPr id="201" name="Google Shape;201;p64"/>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2_Demo, Video etc. &quot;special&quot; slides">
  <p:cSld name="2_Demo, Video etc. &quot;special&quot; slides">
    <p:bg>
      <p:bgPr>
        <a:solidFill>
          <a:srgbClr val="8CC600">
            <a:alpha val="98823"/>
          </a:srgbClr>
        </a:solidFill>
        <a:effectLst/>
      </p:bgPr>
    </p:bg>
    <p:spTree>
      <p:nvGrpSpPr>
        <p:cNvPr id="1" name="Shape 202"/>
        <p:cNvGrpSpPr/>
        <p:nvPr/>
      </p:nvGrpSpPr>
      <p:grpSpPr>
        <a:xfrm>
          <a:off x="0" y="0"/>
          <a:ext cx="0" cy="0"/>
          <a:chOff x="0" y="0"/>
          <a:chExt cx="0" cy="0"/>
        </a:xfrm>
      </p:grpSpPr>
      <p:sp>
        <p:nvSpPr>
          <p:cNvPr id="203" name="Google Shape;203;p65"/>
          <p:cNvSpPr txBox="1">
            <a:spLocks noGrp="1"/>
          </p:cNvSpPr>
          <p:nvPr>
            <p:ph type="ctrTitle"/>
          </p:nvPr>
        </p:nvSpPr>
        <p:spPr>
          <a:xfrm>
            <a:off x="1417213" y="1085850"/>
            <a:ext cx="3154787" cy="114262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65"/>
          <p:cNvSpPr txBox="1">
            <a:spLocks noGrp="1"/>
          </p:cNvSpPr>
          <p:nvPr>
            <p:ph type="subTitle" idx="1"/>
          </p:nvPr>
        </p:nvSpPr>
        <p:spPr>
          <a:xfrm>
            <a:off x="1417213" y="4222855"/>
            <a:ext cx="3154788" cy="34624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lvl="1" algn="ctr">
              <a:lnSpc>
                <a:spcPct val="100000"/>
              </a:lnSpc>
              <a:spcBef>
                <a:spcPts val="225"/>
              </a:spcBef>
              <a:spcAft>
                <a:spcPts val="0"/>
              </a:spcAft>
              <a:buClr>
                <a:srgbClr val="8B8B8B"/>
              </a:buClr>
              <a:buSzPts val="1680"/>
              <a:buNone/>
              <a:defRPr>
                <a:solidFill>
                  <a:srgbClr val="8B8B8B"/>
                </a:solidFill>
              </a:defRPr>
            </a:lvl2pPr>
            <a:lvl3pPr lvl="2" algn="ctr">
              <a:lnSpc>
                <a:spcPct val="100000"/>
              </a:lnSpc>
              <a:spcBef>
                <a:spcPts val="225"/>
              </a:spcBef>
              <a:spcAft>
                <a:spcPts val="0"/>
              </a:spcAft>
              <a:buClr>
                <a:srgbClr val="8B8B8B"/>
              </a:buClr>
              <a:buSzPts val="1440"/>
              <a:buNone/>
              <a:defRPr>
                <a:solidFill>
                  <a:srgbClr val="8B8B8B"/>
                </a:solidFill>
              </a:defRPr>
            </a:lvl3pPr>
            <a:lvl4pPr lvl="3" algn="ctr">
              <a:lnSpc>
                <a:spcPct val="100000"/>
              </a:lnSpc>
              <a:spcBef>
                <a:spcPts val="225"/>
              </a:spcBef>
              <a:spcAft>
                <a:spcPts val="0"/>
              </a:spcAft>
              <a:buClr>
                <a:srgbClr val="8B8B8B"/>
              </a:buClr>
              <a:buSzPts val="1200"/>
              <a:buNone/>
              <a:defRPr>
                <a:solidFill>
                  <a:srgbClr val="8B8B8B"/>
                </a:solidFill>
              </a:defRPr>
            </a:lvl4pPr>
            <a:lvl5pPr lvl="4" algn="ctr">
              <a:lnSpc>
                <a:spcPct val="100000"/>
              </a:lnSpc>
              <a:spcBef>
                <a:spcPts val="225"/>
              </a:spcBef>
              <a:spcAft>
                <a:spcPts val="0"/>
              </a:spcAft>
              <a:buClr>
                <a:srgbClr val="8B8B8B"/>
              </a:buClr>
              <a:buSzPts val="1200"/>
              <a:buNone/>
              <a:defRPr>
                <a:solidFill>
                  <a:srgbClr val="8B8B8B"/>
                </a:solidFill>
              </a:defRPr>
            </a:lvl5pPr>
            <a:lvl6pPr lvl="5" algn="ctr">
              <a:spcBef>
                <a:spcPts val="300"/>
              </a:spcBef>
              <a:spcAft>
                <a:spcPts val="0"/>
              </a:spcAft>
              <a:buClr>
                <a:srgbClr val="8B8B8B"/>
              </a:buClr>
              <a:buSzPts val="1500"/>
              <a:buNone/>
              <a:defRPr>
                <a:solidFill>
                  <a:srgbClr val="8B8B8B"/>
                </a:solidFill>
              </a:defRPr>
            </a:lvl6pPr>
            <a:lvl7pPr lvl="6" algn="ctr">
              <a:spcBef>
                <a:spcPts val="300"/>
              </a:spcBef>
              <a:spcAft>
                <a:spcPts val="0"/>
              </a:spcAft>
              <a:buClr>
                <a:srgbClr val="8B8B8B"/>
              </a:buClr>
              <a:buSzPts val="1500"/>
              <a:buNone/>
              <a:defRPr>
                <a:solidFill>
                  <a:srgbClr val="8B8B8B"/>
                </a:solidFill>
              </a:defRPr>
            </a:lvl7pPr>
            <a:lvl8pPr lvl="7" algn="ctr">
              <a:spcBef>
                <a:spcPts val="300"/>
              </a:spcBef>
              <a:spcAft>
                <a:spcPts val="0"/>
              </a:spcAft>
              <a:buClr>
                <a:srgbClr val="8B8B8B"/>
              </a:buClr>
              <a:buSzPts val="1500"/>
              <a:buNone/>
              <a:defRPr>
                <a:solidFill>
                  <a:srgbClr val="8B8B8B"/>
                </a:solidFill>
              </a:defRPr>
            </a:lvl8pPr>
            <a:lvl9pPr lvl="8" algn="ctr">
              <a:spcBef>
                <a:spcPts val="300"/>
              </a:spcBef>
              <a:spcAft>
                <a:spcPts val="0"/>
              </a:spcAft>
              <a:buClr>
                <a:srgbClr val="8B8B8B"/>
              </a:buClr>
              <a:buSzPts val="1500"/>
              <a:buNone/>
              <a:defRPr>
                <a:solidFill>
                  <a:srgbClr val="8B8B8B"/>
                </a:solidFill>
              </a:defRPr>
            </a:lvl9pPr>
          </a:lstStyle>
          <a:p>
            <a:endParaRPr/>
          </a:p>
        </p:txBody>
      </p:sp>
      <p:sp>
        <p:nvSpPr>
          <p:cNvPr id="205" name="Google Shape;205;p65"/>
          <p:cNvSpPr txBox="1">
            <a:spLocks noGrp="1"/>
          </p:cNvSpPr>
          <p:nvPr>
            <p:ph type="body" idx="2"/>
          </p:nvPr>
        </p:nvSpPr>
        <p:spPr>
          <a:xfrm>
            <a:off x="1417213" y="3120390"/>
            <a:ext cx="6656137" cy="9559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rgbClr val="DAFF82"/>
              </a:buClr>
              <a:buSzPts val="3960"/>
              <a:buFont typeface="Arial"/>
              <a:buNone/>
              <a:defRPr sz="4950" b="0" i="0" u="none" strike="noStrike" cap="none">
                <a:solidFill>
                  <a:srgbClr val="DAFF82"/>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6" name="Google Shape;206;p65"/>
          <p:cNvSpPr/>
          <p:nvPr/>
        </p:nvSpPr>
        <p:spPr>
          <a:xfrm>
            <a:off x="6220585" y="1506070"/>
            <a:ext cx="1702251" cy="1627208"/>
          </a:xfrm>
          <a:custGeom>
            <a:avLst/>
            <a:gdLst/>
            <a:ahLst/>
            <a:cxnLst/>
            <a:rect l="l" t="t" r="r" b="b"/>
            <a:pathLst>
              <a:path w="154" h="148" extrusionOk="0">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rgbClr val="292929"/>
              </a:solidFill>
              <a:latin typeface="Quattrocento Sans"/>
              <a:ea typeface="Quattrocento Sans"/>
              <a:cs typeface="Quattrocento Sans"/>
              <a:sym typeface="Quattrocento Sans"/>
            </a:endParaRPr>
          </a:p>
        </p:txBody>
      </p:sp>
      <p:pic>
        <p:nvPicPr>
          <p:cNvPr id="207" name="Google Shape;207;p65"/>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3_Demo, Video etc. &quot;special&quot; slides">
  <p:cSld name="3_Demo, Video etc. &quot;special&quot; slides">
    <p:bg>
      <p:bgPr>
        <a:solidFill>
          <a:schemeClr val="accent2">
            <a:alpha val="98823"/>
          </a:schemeClr>
        </a:solidFill>
        <a:effectLst/>
      </p:bgPr>
    </p:bg>
    <p:spTree>
      <p:nvGrpSpPr>
        <p:cNvPr id="1" name="Shape 208"/>
        <p:cNvGrpSpPr/>
        <p:nvPr/>
      </p:nvGrpSpPr>
      <p:grpSpPr>
        <a:xfrm>
          <a:off x="0" y="0"/>
          <a:ext cx="0" cy="0"/>
          <a:chOff x="0" y="0"/>
          <a:chExt cx="0" cy="0"/>
        </a:xfrm>
      </p:grpSpPr>
      <p:sp>
        <p:nvSpPr>
          <p:cNvPr id="209" name="Google Shape;209;p66"/>
          <p:cNvSpPr txBox="1">
            <a:spLocks noGrp="1"/>
          </p:cNvSpPr>
          <p:nvPr>
            <p:ph type="ctrTitle"/>
          </p:nvPr>
        </p:nvSpPr>
        <p:spPr>
          <a:xfrm>
            <a:off x="1417213" y="1085850"/>
            <a:ext cx="3154787" cy="114262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66"/>
          <p:cNvSpPr txBox="1">
            <a:spLocks noGrp="1"/>
          </p:cNvSpPr>
          <p:nvPr>
            <p:ph type="subTitle" idx="1"/>
          </p:nvPr>
        </p:nvSpPr>
        <p:spPr>
          <a:xfrm>
            <a:off x="1417213" y="4222855"/>
            <a:ext cx="3154788" cy="34624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lvl="1" algn="ctr">
              <a:lnSpc>
                <a:spcPct val="100000"/>
              </a:lnSpc>
              <a:spcBef>
                <a:spcPts val="225"/>
              </a:spcBef>
              <a:spcAft>
                <a:spcPts val="0"/>
              </a:spcAft>
              <a:buClr>
                <a:srgbClr val="8B8B8B"/>
              </a:buClr>
              <a:buSzPts val="1680"/>
              <a:buNone/>
              <a:defRPr>
                <a:solidFill>
                  <a:srgbClr val="8B8B8B"/>
                </a:solidFill>
              </a:defRPr>
            </a:lvl2pPr>
            <a:lvl3pPr lvl="2" algn="ctr">
              <a:lnSpc>
                <a:spcPct val="100000"/>
              </a:lnSpc>
              <a:spcBef>
                <a:spcPts val="225"/>
              </a:spcBef>
              <a:spcAft>
                <a:spcPts val="0"/>
              </a:spcAft>
              <a:buClr>
                <a:srgbClr val="8B8B8B"/>
              </a:buClr>
              <a:buSzPts val="1440"/>
              <a:buNone/>
              <a:defRPr>
                <a:solidFill>
                  <a:srgbClr val="8B8B8B"/>
                </a:solidFill>
              </a:defRPr>
            </a:lvl3pPr>
            <a:lvl4pPr lvl="3" algn="ctr">
              <a:lnSpc>
                <a:spcPct val="100000"/>
              </a:lnSpc>
              <a:spcBef>
                <a:spcPts val="225"/>
              </a:spcBef>
              <a:spcAft>
                <a:spcPts val="0"/>
              </a:spcAft>
              <a:buClr>
                <a:srgbClr val="8B8B8B"/>
              </a:buClr>
              <a:buSzPts val="1200"/>
              <a:buNone/>
              <a:defRPr>
                <a:solidFill>
                  <a:srgbClr val="8B8B8B"/>
                </a:solidFill>
              </a:defRPr>
            </a:lvl4pPr>
            <a:lvl5pPr lvl="4" algn="ctr">
              <a:lnSpc>
                <a:spcPct val="100000"/>
              </a:lnSpc>
              <a:spcBef>
                <a:spcPts val="225"/>
              </a:spcBef>
              <a:spcAft>
                <a:spcPts val="0"/>
              </a:spcAft>
              <a:buClr>
                <a:srgbClr val="8B8B8B"/>
              </a:buClr>
              <a:buSzPts val="1200"/>
              <a:buNone/>
              <a:defRPr>
                <a:solidFill>
                  <a:srgbClr val="8B8B8B"/>
                </a:solidFill>
              </a:defRPr>
            </a:lvl5pPr>
            <a:lvl6pPr lvl="5" algn="ctr">
              <a:spcBef>
                <a:spcPts val="300"/>
              </a:spcBef>
              <a:spcAft>
                <a:spcPts val="0"/>
              </a:spcAft>
              <a:buClr>
                <a:srgbClr val="8B8B8B"/>
              </a:buClr>
              <a:buSzPts val="1500"/>
              <a:buNone/>
              <a:defRPr>
                <a:solidFill>
                  <a:srgbClr val="8B8B8B"/>
                </a:solidFill>
              </a:defRPr>
            </a:lvl6pPr>
            <a:lvl7pPr lvl="6" algn="ctr">
              <a:spcBef>
                <a:spcPts val="300"/>
              </a:spcBef>
              <a:spcAft>
                <a:spcPts val="0"/>
              </a:spcAft>
              <a:buClr>
                <a:srgbClr val="8B8B8B"/>
              </a:buClr>
              <a:buSzPts val="1500"/>
              <a:buNone/>
              <a:defRPr>
                <a:solidFill>
                  <a:srgbClr val="8B8B8B"/>
                </a:solidFill>
              </a:defRPr>
            </a:lvl7pPr>
            <a:lvl8pPr lvl="7" algn="ctr">
              <a:spcBef>
                <a:spcPts val="300"/>
              </a:spcBef>
              <a:spcAft>
                <a:spcPts val="0"/>
              </a:spcAft>
              <a:buClr>
                <a:srgbClr val="8B8B8B"/>
              </a:buClr>
              <a:buSzPts val="1500"/>
              <a:buNone/>
              <a:defRPr>
                <a:solidFill>
                  <a:srgbClr val="8B8B8B"/>
                </a:solidFill>
              </a:defRPr>
            </a:lvl8pPr>
            <a:lvl9pPr lvl="8" algn="ctr">
              <a:spcBef>
                <a:spcPts val="300"/>
              </a:spcBef>
              <a:spcAft>
                <a:spcPts val="0"/>
              </a:spcAft>
              <a:buClr>
                <a:srgbClr val="8B8B8B"/>
              </a:buClr>
              <a:buSzPts val="1500"/>
              <a:buNone/>
              <a:defRPr>
                <a:solidFill>
                  <a:srgbClr val="8B8B8B"/>
                </a:solidFill>
              </a:defRPr>
            </a:lvl9pPr>
          </a:lstStyle>
          <a:p>
            <a:endParaRPr/>
          </a:p>
        </p:txBody>
      </p:sp>
      <p:sp>
        <p:nvSpPr>
          <p:cNvPr id="211" name="Google Shape;211;p66"/>
          <p:cNvSpPr txBox="1">
            <a:spLocks noGrp="1"/>
          </p:cNvSpPr>
          <p:nvPr>
            <p:ph type="body" idx="2"/>
          </p:nvPr>
        </p:nvSpPr>
        <p:spPr>
          <a:xfrm>
            <a:off x="1417213" y="3120390"/>
            <a:ext cx="6656137" cy="9559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rgbClr val="92E1FF"/>
              </a:buClr>
              <a:buSzPts val="3960"/>
              <a:buFont typeface="Arial"/>
              <a:buNone/>
              <a:defRPr sz="4950" b="0" i="0" u="none" strike="noStrike" cap="none">
                <a:solidFill>
                  <a:srgbClr val="92E1FF"/>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212" name="Google Shape;212;p66"/>
          <p:cNvGrpSpPr/>
          <p:nvPr/>
        </p:nvGrpSpPr>
        <p:grpSpPr>
          <a:xfrm>
            <a:off x="5929973" y="1682198"/>
            <a:ext cx="2383307" cy="1450967"/>
            <a:chOff x="10387012" y="4179358"/>
            <a:chExt cx="974726" cy="593725"/>
          </a:xfrm>
        </p:grpSpPr>
        <p:sp>
          <p:nvSpPr>
            <p:cNvPr id="213" name="Google Shape;213;p66"/>
            <p:cNvSpPr/>
            <p:nvPr/>
          </p:nvSpPr>
          <p:spPr>
            <a:xfrm>
              <a:off x="10506075" y="4258733"/>
              <a:ext cx="706438" cy="514350"/>
            </a:xfrm>
            <a:custGeom>
              <a:avLst/>
              <a:gdLst/>
              <a:ahLst/>
              <a:cxnLst/>
              <a:rect l="l" t="t" r="r" b="b"/>
              <a:pathLst>
                <a:path w="188" h="137" extrusionOk="0">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sp>
          <p:nvSpPr>
            <p:cNvPr id="214" name="Google Shape;214;p66"/>
            <p:cNvSpPr/>
            <p:nvPr/>
          </p:nvSpPr>
          <p:spPr>
            <a:xfrm>
              <a:off x="10615612" y="4179358"/>
              <a:ext cx="657225" cy="376238"/>
            </a:xfrm>
            <a:custGeom>
              <a:avLst/>
              <a:gdLst/>
              <a:ahLst/>
              <a:cxnLst/>
              <a:rect l="l" t="t" r="r" b="b"/>
              <a:pathLst>
                <a:path w="175" h="100" extrusionOk="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sp>
          <p:nvSpPr>
            <p:cNvPr id="215" name="Google Shape;215;p66"/>
            <p:cNvSpPr/>
            <p:nvPr/>
          </p:nvSpPr>
          <p:spPr>
            <a:xfrm>
              <a:off x="10536237" y="4544483"/>
              <a:ext cx="319088" cy="220663"/>
            </a:xfrm>
            <a:custGeom>
              <a:avLst/>
              <a:gdLst/>
              <a:ahLst/>
              <a:cxnLst/>
              <a:rect l="l" t="t" r="r" b="b"/>
              <a:pathLst>
                <a:path w="85" h="59" extrusionOk="0">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sp>
          <p:nvSpPr>
            <p:cNvPr id="216" name="Google Shape;216;p66"/>
            <p:cNvSpPr/>
            <p:nvPr/>
          </p:nvSpPr>
          <p:spPr>
            <a:xfrm>
              <a:off x="11207750" y="4239683"/>
              <a:ext cx="153988" cy="319088"/>
            </a:xfrm>
            <a:custGeom>
              <a:avLst/>
              <a:gdLst/>
              <a:ahLst/>
              <a:cxnLst/>
              <a:rect l="l" t="t" r="r" b="b"/>
              <a:pathLst>
                <a:path w="41" h="85" extrusionOk="0">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sp>
          <p:nvSpPr>
            <p:cNvPr id="217" name="Google Shape;217;p66"/>
            <p:cNvSpPr/>
            <p:nvPr/>
          </p:nvSpPr>
          <p:spPr>
            <a:xfrm>
              <a:off x="10387012" y="4206346"/>
              <a:ext cx="176213" cy="352425"/>
            </a:xfrm>
            <a:custGeom>
              <a:avLst/>
              <a:gdLst/>
              <a:ahLst/>
              <a:cxnLst/>
              <a:rect l="l" t="t" r="r" b="b"/>
              <a:pathLst>
                <a:path w="47" h="94" extrusionOk="0">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grpSp>
      <p:pic>
        <p:nvPicPr>
          <p:cNvPr id="218" name="Google Shape;218;p66"/>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4_Demo, Video etc. &quot;special&quot; slides">
  <p:cSld name="4_Demo, Video etc. &quot;special&quot; slides">
    <p:bg>
      <p:bgPr>
        <a:solidFill>
          <a:srgbClr val="FFBE00">
            <a:alpha val="98823"/>
          </a:srgbClr>
        </a:solidFill>
        <a:effectLst/>
      </p:bgPr>
    </p:bg>
    <p:spTree>
      <p:nvGrpSpPr>
        <p:cNvPr id="1" name="Shape 219"/>
        <p:cNvGrpSpPr/>
        <p:nvPr/>
      </p:nvGrpSpPr>
      <p:grpSpPr>
        <a:xfrm>
          <a:off x="0" y="0"/>
          <a:ext cx="0" cy="0"/>
          <a:chOff x="0" y="0"/>
          <a:chExt cx="0" cy="0"/>
        </a:xfrm>
      </p:grpSpPr>
      <p:sp>
        <p:nvSpPr>
          <p:cNvPr id="220" name="Google Shape;220;p67"/>
          <p:cNvSpPr txBox="1">
            <a:spLocks noGrp="1"/>
          </p:cNvSpPr>
          <p:nvPr>
            <p:ph type="ctrTitle"/>
          </p:nvPr>
        </p:nvSpPr>
        <p:spPr>
          <a:xfrm>
            <a:off x="1417213" y="1085850"/>
            <a:ext cx="3154787" cy="114262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67"/>
          <p:cNvSpPr txBox="1">
            <a:spLocks noGrp="1"/>
          </p:cNvSpPr>
          <p:nvPr>
            <p:ph type="subTitle" idx="1"/>
          </p:nvPr>
        </p:nvSpPr>
        <p:spPr>
          <a:xfrm>
            <a:off x="1417213" y="4222855"/>
            <a:ext cx="3154788" cy="34624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lvl="1" algn="ctr">
              <a:lnSpc>
                <a:spcPct val="100000"/>
              </a:lnSpc>
              <a:spcBef>
                <a:spcPts val="225"/>
              </a:spcBef>
              <a:spcAft>
                <a:spcPts val="0"/>
              </a:spcAft>
              <a:buClr>
                <a:srgbClr val="8B8B8B"/>
              </a:buClr>
              <a:buSzPts val="1680"/>
              <a:buNone/>
              <a:defRPr>
                <a:solidFill>
                  <a:srgbClr val="8B8B8B"/>
                </a:solidFill>
              </a:defRPr>
            </a:lvl2pPr>
            <a:lvl3pPr lvl="2" algn="ctr">
              <a:lnSpc>
                <a:spcPct val="100000"/>
              </a:lnSpc>
              <a:spcBef>
                <a:spcPts val="225"/>
              </a:spcBef>
              <a:spcAft>
                <a:spcPts val="0"/>
              </a:spcAft>
              <a:buClr>
                <a:srgbClr val="8B8B8B"/>
              </a:buClr>
              <a:buSzPts val="1440"/>
              <a:buNone/>
              <a:defRPr>
                <a:solidFill>
                  <a:srgbClr val="8B8B8B"/>
                </a:solidFill>
              </a:defRPr>
            </a:lvl3pPr>
            <a:lvl4pPr lvl="3" algn="ctr">
              <a:lnSpc>
                <a:spcPct val="100000"/>
              </a:lnSpc>
              <a:spcBef>
                <a:spcPts val="225"/>
              </a:spcBef>
              <a:spcAft>
                <a:spcPts val="0"/>
              </a:spcAft>
              <a:buClr>
                <a:srgbClr val="8B8B8B"/>
              </a:buClr>
              <a:buSzPts val="1200"/>
              <a:buNone/>
              <a:defRPr>
                <a:solidFill>
                  <a:srgbClr val="8B8B8B"/>
                </a:solidFill>
              </a:defRPr>
            </a:lvl4pPr>
            <a:lvl5pPr lvl="4" algn="ctr">
              <a:lnSpc>
                <a:spcPct val="100000"/>
              </a:lnSpc>
              <a:spcBef>
                <a:spcPts val="225"/>
              </a:spcBef>
              <a:spcAft>
                <a:spcPts val="0"/>
              </a:spcAft>
              <a:buClr>
                <a:srgbClr val="8B8B8B"/>
              </a:buClr>
              <a:buSzPts val="1200"/>
              <a:buNone/>
              <a:defRPr>
                <a:solidFill>
                  <a:srgbClr val="8B8B8B"/>
                </a:solidFill>
              </a:defRPr>
            </a:lvl5pPr>
            <a:lvl6pPr lvl="5" algn="ctr">
              <a:spcBef>
                <a:spcPts val="300"/>
              </a:spcBef>
              <a:spcAft>
                <a:spcPts val="0"/>
              </a:spcAft>
              <a:buClr>
                <a:srgbClr val="8B8B8B"/>
              </a:buClr>
              <a:buSzPts val="1500"/>
              <a:buNone/>
              <a:defRPr>
                <a:solidFill>
                  <a:srgbClr val="8B8B8B"/>
                </a:solidFill>
              </a:defRPr>
            </a:lvl6pPr>
            <a:lvl7pPr lvl="6" algn="ctr">
              <a:spcBef>
                <a:spcPts val="300"/>
              </a:spcBef>
              <a:spcAft>
                <a:spcPts val="0"/>
              </a:spcAft>
              <a:buClr>
                <a:srgbClr val="8B8B8B"/>
              </a:buClr>
              <a:buSzPts val="1500"/>
              <a:buNone/>
              <a:defRPr>
                <a:solidFill>
                  <a:srgbClr val="8B8B8B"/>
                </a:solidFill>
              </a:defRPr>
            </a:lvl7pPr>
            <a:lvl8pPr lvl="7" algn="ctr">
              <a:spcBef>
                <a:spcPts val="300"/>
              </a:spcBef>
              <a:spcAft>
                <a:spcPts val="0"/>
              </a:spcAft>
              <a:buClr>
                <a:srgbClr val="8B8B8B"/>
              </a:buClr>
              <a:buSzPts val="1500"/>
              <a:buNone/>
              <a:defRPr>
                <a:solidFill>
                  <a:srgbClr val="8B8B8B"/>
                </a:solidFill>
              </a:defRPr>
            </a:lvl8pPr>
            <a:lvl9pPr lvl="8" algn="ctr">
              <a:spcBef>
                <a:spcPts val="300"/>
              </a:spcBef>
              <a:spcAft>
                <a:spcPts val="0"/>
              </a:spcAft>
              <a:buClr>
                <a:srgbClr val="8B8B8B"/>
              </a:buClr>
              <a:buSzPts val="1500"/>
              <a:buNone/>
              <a:defRPr>
                <a:solidFill>
                  <a:srgbClr val="8B8B8B"/>
                </a:solidFill>
              </a:defRPr>
            </a:lvl9pPr>
          </a:lstStyle>
          <a:p>
            <a:endParaRPr/>
          </a:p>
        </p:txBody>
      </p:sp>
      <p:sp>
        <p:nvSpPr>
          <p:cNvPr id="222" name="Google Shape;222;p67"/>
          <p:cNvSpPr txBox="1">
            <a:spLocks noGrp="1"/>
          </p:cNvSpPr>
          <p:nvPr>
            <p:ph type="body" idx="2"/>
          </p:nvPr>
        </p:nvSpPr>
        <p:spPr>
          <a:xfrm>
            <a:off x="1417213" y="3120390"/>
            <a:ext cx="6656137" cy="9559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rgbClr val="FFE497"/>
              </a:buClr>
              <a:buSzPts val="3960"/>
              <a:buFont typeface="Arial"/>
              <a:buNone/>
              <a:defRPr sz="4950" b="0" i="0" u="none" strike="noStrike" cap="none">
                <a:solidFill>
                  <a:srgbClr val="FFE497"/>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67"/>
          <p:cNvSpPr/>
          <p:nvPr/>
        </p:nvSpPr>
        <p:spPr>
          <a:xfrm>
            <a:off x="5944255" y="1449453"/>
            <a:ext cx="2260588" cy="1735682"/>
          </a:xfrm>
          <a:custGeom>
            <a:avLst/>
            <a:gdLst/>
            <a:ahLst/>
            <a:cxnLst/>
            <a:rect l="l" t="t" r="r" b="b"/>
            <a:pathLst>
              <a:path w="221" h="170" extrusionOk="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spcFirstLastPara="1" wrap="square" lIns="61725" tIns="30850" rIns="61725" bIns="30850" anchor="t" anchorCtr="0">
            <a:noAutofit/>
          </a:bodyPr>
          <a:lstStyle/>
          <a:p>
            <a:pPr marL="0" marR="0" lvl="0" indent="0" algn="l" rtl="0">
              <a:spcBef>
                <a:spcPts val="0"/>
              </a:spcBef>
              <a:spcAft>
                <a:spcPts val="0"/>
              </a:spcAft>
              <a:buNone/>
            </a:pPr>
            <a:endParaRPr sz="1200">
              <a:solidFill>
                <a:srgbClr val="292929"/>
              </a:solidFill>
              <a:latin typeface="Quattrocento Sans"/>
              <a:ea typeface="Quattrocento Sans"/>
              <a:cs typeface="Quattrocento Sans"/>
              <a:sym typeface="Quattrocento Sans"/>
            </a:endParaRPr>
          </a:p>
        </p:txBody>
      </p:sp>
      <p:pic>
        <p:nvPicPr>
          <p:cNvPr id="224" name="Google Shape;224;p67"/>
          <p:cNvPicPr preferRelativeResize="0"/>
          <p:nvPr/>
        </p:nvPicPr>
        <p:blipFill rotWithShape="1">
          <a:blip r:embed="rId2">
            <a:alphaModFix/>
          </a:blip>
          <a:srcRect/>
          <a:stretch/>
        </p:blipFill>
        <p:spPr>
          <a:xfrm>
            <a:off x="144182" y="76619"/>
            <a:ext cx="1278528" cy="985887"/>
          </a:xfrm>
          <a:prstGeom prst="rect">
            <a:avLst/>
          </a:prstGeom>
          <a:noFill/>
          <a:ln>
            <a:noFill/>
          </a:ln>
        </p:spPr>
      </p:pic>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5_Demo, Video etc. &quot;special&quot; slides">
  <p:cSld name="5_Demo, Video etc. &quot;special&quot; slides">
    <p:bg>
      <p:bgPr>
        <a:solidFill>
          <a:schemeClr val="accent3">
            <a:alpha val="98823"/>
          </a:schemeClr>
        </a:solidFill>
        <a:effectLst/>
      </p:bgPr>
    </p:bg>
    <p:spTree>
      <p:nvGrpSpPr>
        <p:cNvPr id="1" name="Shape 225"/>
        <p:cNvGrpSpPr/>
        <p:nvPr/>
      </p:nvGrpSpPr>
      <p:grpSpPr>
        <a:xfrm>
          <a:off x="0" y="0"/>
          <a:ext cx="0" cy="0"/>
          <a:chOff x="0" y="0"/>
          <a:chExt cx="0" cy="0"/>
        </a:xfrm>
      </p:grpSpPr>
      <p:sp>
        <p:nvSpPr>
          <p:cNvPr id="226" name="Google Shape;226;p68"/>
          <p:cNvSpPr txBox="1">
            <a:spLocks noGrp="1"/>
          </p:cNvSpPr>
          <p:nvPr>
            <p:ph type="ctrTitle"/>
          </p:nvPr>
        </p:nvSpPr>
        <p:spPr>
          <a:xfrm>
            <a:off x="1417213" y="1085850"/>
            <a:ext cx="3154787" cy="114262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68"/>
          <p:cNvSpPr txBox="1">
            <a:spLocks noGrp="1"/>
          </p:cNvSpPr>
          <p:nvPr>
            <p:ph type="subTitle" idx="1"/>
          </p:nvPr>
        </p:nvSpPr>
        <p:spPr>
          <a:xfrm>
            <a:off x="1417213" y="4222855"/>
            <a:ext cx="3154788" cy="34624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440"/>
              <a:buFont typeface="Arial"/>
              <a:buNone/>
              <a:defRPr sz="1800">
                <a:solidFill>
                  <a:schemeClr val="lt1"/>
                </a:solidFill>
                <a:latin typeface="Quattrocento Sans"/>
                <a:ea typeface="Quattrocento Sans"/>
                <a:cs typeface="Quattrocento Sans"/>
                <a:sym typeface="Quattrocento Sans"/>
              </a:defRPr>
            </a:lvl1pPr>
            <a:lvl2pPr lvl="1" algn="ctr">
              <a:lnSpc>
                <a:spcPct val="100000"/>
              </a:lnSpc>
              <a:spcBef>
                <a:spcPts val="225"/>
              </a:spcBef>
              <a:spcAft>
                <a:spcPts val="0"/>
              </a:spcAft>
              <a:buClr>
                <a:srgbClr val="8B8B8B"/>
              </a:buClr>
              <a:buSzPts val="1680"/>
              <a:buNone/>
              <a:defRPr>
                <a:solidFill>
                  <a:srgbClr val="8B8B8B"/>
                </a:solidFill>
              </a:defRPr>
            </a:lvl2pPr>
            <a:lvl3pPr lvl="2" algn="ctr">
              <a:lnSpc>
                <a:spcPct val="100000"/>
              </a:lnSpc>
              <a:spcBef>
                <a:spcPts val="225"/>
              </a:spcBef>
              <a:spcAft>
                <a:spcPts val="0"/>
              </a:spcAft>
              <a:buClr>
                <a:srgbClr val="8B8B8B"/>
              </a:buClr>
              <a:buSzPts val="1440"/>
              <a:buNone/>
              <a:defRPr>
                <a:solidFill>
                  <a:srgbClr val="8B8B8B"/>
                </a:solidFill>
              </a:defRPr>
            </a:lvl3pPr>
            <a:lvl4pPr lvl="3" algn="ctr">
              <a:lnSpc>
                <a:spcPct val="100000"/>
              </a:lnSpc>
              <a:spcBef>
                <a:spcPts val="225"/>
              </a:spcBef>
              <a:spcAft>
                <a:spcPts val="0"/>
              </a:spcAft>
              <a:buClr>
                <a:srgbClr val="8B8B8B"/>
              </a:buClr>
              <a:buSzPts val="1200"/>
              <a:buNone/>
              <a:defRPr>
                <a:solidFill>
                  <a:srgbClr val="8B8B8B"/>
                </a:solidFill>
              </a:defRPr>
            </a:lvl4pPr>
            <a:lvl5pPr lvl="4" algn="ctr">
              <a:lnSpc>
                <a:spcPct val="100000"/>
              </a:lnSpc>
              <a:spcBef>
                <a:spcPts val="225"/>
              </a:spcBef>
              <a:spcAft>
                <a:spcPts val="0"/>
              </a:spcAft>
              <a:buClr>
                <a:srgbClr val="8B8B8B"/>
              </a:buClr>
              <a:buSzPts val="1200"/>
              <a:buNone/>
              <a:defRPr>
                <a:solidFill>
                  <a:srgbClr val="8B8B8B"/>
                </a:solidFill>
              </a:defRPr>
            </a:lvl5pPr>
            <a:lvl6pPr lvl="5" algn="ctr">
              <a:spcBef>
                <a:spcPts val="300"/>
              </a:spcBef>
              <a:spcAft>
                <a:spcPts val="0"/>
              </a:spcAft>
              <a:buClr>
                <a:srgbClr val="8B8B8B"/>
              </a:buClr>
              <a:buSzPts val="1500"/>
              <a:buNone/>
              <a:defRPr>
                <a:solidFill>
                  <a:srgbClr val="8B8B8B"/>
                </a:solidFill>
              </a:defRPr>
            </a:lvl6pPr>
            <a:lvl7pPr lvl="6" algn="ctr">
              <a:spcBef>
                <a:spcPts val="300"/>
              </a:spcBef>
              <a:spcAft>
                <a:spcPts val="0"/>
              </a:spcAft>
              <a:buClr>
                <a:srgbClr val="8B8B8B"/>
              </a:buClr>
              <a:buSzPts val="1500"/>
              <a:buNone/>
              <a:defRPr>
                <a:solidFill>
                  <a:srgbClr val="8B8B8B"/>
                </a:solidFill>
              </a:defRPr>
            </a:lvl7pPr>
            <a:lvl8pPr lvl="7" algn="ctr">
              <a:spcBef>
                <a:spcPts val="300"/>
              </a:spcBef>
              <a:spcAft>
                <a:spcPts val="0"/>
              </a:spcAft>
              <a:buClr>
                <a:srgbClr val="8B8B8B"/>
              </a:buClr>
              <a:buSzPts val="1500"/>
              <a:buNone/>
              <a:defRPr>
                <a:solidFill>
                  <a:srgbClr val="8B8B8B"/>
                </a:solidFill>
              </a:defRPr>
            </a:lvl8pPr>
            <a:lvl9pPr lvl="8" algn="ctr">
              <a:spcBef>
                <a:spcPts val="300"/>
              </a:spcBef>
              <a:spcAft>
                <a:spcPts val="0"/>
              </a:spcAft>
              <a:buClr>
                <a:srgbClr val="8B8B8B"/>
              </a:buClr>
              <a:buSzPts val="1500"/>
              <a:buNone/>
              <a:defRPr>
                <a:solidFill>
                  <a:srgbClr val="8B8B8B"/>
                </a:solidFill>
              </a:defRPr>
            </a:lvl9pPr>
          </a:lstStyle>
          <a:p>
            <a:endParaRPr/>
          </a:p>
        </p:txBody>
      </p:sp>
      <p:sp>
        <p:nvSpPr>
          <p:cNvPr id="228" name="Google Shape;228;p68"/>
          <p:cNvSpPr txBox="1">
            <a:spLocks noGrp="1"/>
          </p:cNvSpPr>
          <p:nvPr>
            <p:ph type="body" idx="2"/>
          </p:nvPr>
        </p:nvSpPr>
        <p:spPr>
          <a:xfrm>
            <a:off x="1417213" y="3120390"/>
            <a:ext cx="6656137" cy="9559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rgbClr val="FC6DFF"/>
              </a:buClr>
              <a:buSzPts val="3960"/>
              <a:buFont typeface="Arial"/>
              <a:buNone/>
              <a:defRPr sz="4950" b="0" i="0" u="none" strike="noStrike" cap="none">
                <a:solidFill>
                  <a:srgbClr val="FC6DFF"/>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229" name="Google Shape;229;p68"/>
          <p:cNvGrpSpPr/>
          <p:nvPr/>
        </p:nvGrpSpPr>
        <p:grpSpPr>
          <a:xfrm>
            <a:off x="6663804" y="1428750"/>
            <a:ext cx="958447" cy="2434026"/>
            <a:chOff x="7558088" y="1685925"/>
            <a:chExt cx="1322387" cy="3359150"/>
          </a:xfrm>
        </p:grpSpPr>
        <p:sp>
          <p:nvSpPr>
            <p:cNvPr id="230" name="Google Shape;230;p68"/>
            <p:cNvSpPr/>
            <p:nvPr/>
          </p:nvSpPr>
          <p:spPr>
            <a:xfrm>
              <a:off x="7943850" y="1685925"/>
              <a:ext cx="547687" cy="558800"/>
            </a:xfrm>
            <a:prstGeom prst="ellipse">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rgbClr val="292929"/>
                </a:solidFill>
                <a:latin typeface="Quattrocento Sans"/>
                <a:ea typeface="Quattrocento Sans"/>
                <a:cs typeface="Quattrocento Sans"/>
                <a:sym typeface="Quattrocento Sans"/>
              </a:endParaRPr>
            </a:p>
          </p:txBody>
        </p:sp>
        <p:sp>
          <p:nvSpPr>
            <p:cNvPr id="231" name="Google Shape;231;p68"/>
            <p:cNvSpPr/>
            <p:nvPr/>
          </p:nvSpPr>
          <p:spPr>
            <a:xfrm>
              <a:off x="7558088" y="2308225"/>
              <a:ext cx="1322387" cy="2736850"/>
            </a:xfrm>
            <a:custGeom>
              <a:avLst/>
              <a:gdLst/>
              <a:ahLst/>
              <a:cxnLst/>
              <a:rect l="l" t="t" r="r" b="b"/>
              <a:pathLst>
                <a:path w="353" h="730" extrusionOk="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rgbClr val="292929"/>
                </a:solidFill>
                <a:latin typeface="Quattrocento Sans"/>
                <a:ea typeface="Quattrocento Sans"/>
                <a:cs typeface="Quattrocento Sans"/>
                <a:sym typeface="Quattrocento Sans"/>
              </a:endParaRPr>
            </a:p>
          </p:txBody>
        </p:sp>
      </p:grpSp>
      <p:pic>
        <p:nvPicPr>
          <p:cNvPr id="232" name="Google Shape;232;p68"/>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Branding">
  <p:cSld name="Branding">
    <p:bg>
      <p:bgPr>
        <a:blipFill>
          <a:blip r:embed="rId2">
            <a:alphaModFix/>
          </a:blip>
          <a:stretch>
            <a:fillRect/>
          </a:stretch>
        </a:blipFill>
        <a:effectLst/>
      </p:bgPr>
    </p:bg>
    <p:spTree>
      <p:nvGrpSpPr>
        <p:cNvPr id="1" name="Shape 233"/>
        <p:cNvGrpSpPr/>
        <p:nvPr/>
      </p:nvGrpSpPr>
      <p:grpSpPr>
        <a:xfrm>
          <a:off x="0" y="0"/>
          <a:ext cx="0" cy="0"/>
          <a:chOff x="0" y="0"/>
          <a:chExt cx="0" cy="0"/>
        </a:xfrm>
      </p:grpSpPr>
      <p:sp>
        <p:nvSpPr>
          <p:cNvPr id="234" name="Google Shape;234;p69"/>
          <p:cNvSpPr txBox="1"/>
          <p:nvPr/>
        </p:nvSpPr>
        <p:spPr>
          <a:xfrm>
            <a:off x="381001" y="4562680"/>
            <a:ext cx="8382000" cy="311614"/>
          </a:xfrm>
          <a:prstGeom prst="rect">
            <a:avLst/>
          </a:prstGeom>
          <a:noFill/>
          <a:ln>
            <a:noFill/>
          </a:ln>
        </p:spPr>
        <p:txBody>
          <a:bodyPr spcFirstLastPara="1" wrap="square" lIns="68550" tIns="34275" rIns="68550" bIns="34275" anchor="t" anchorCtr="0">
            <a:spAutoFit/>
          </a:bodyPr>
          <a:lstStyle/>
          <a:p>
            <a:pPr marL="0" marR="0" lvl="0" indent="0" algn="ctr" rtl="0">
              <a:spcBef>
                <a:spcPts val="0"/>
              </a:spcBef>
              <a:spcAft>
                <a:spcPts val="0"/>
              </a:spcAft>
              <a:buNone/>
            </a:pPr>
            <a:r>
              <a:rPr lang="en-US" sz="525">
                <a:solidFill>
                  <a:srgbClr val="FFFFFF"/>
                </a:solidFill>
                <a:latin typeface="Quattrocento Sans"/>
                <a:ea typeface="Quattrocento Sans"/>
                <a:cs typeface="Quattrocento Sans"/>
                <a:sym typeface="Quattrocento Sans"/>
              </a:rPr>
              <a:t>© 2011 Microsoft Corporation. All rights reserved. Microsoft, Windows, Windows Vista and other product names are or may be registered trademarks and/or trademarks in the U.S. and/or other countries.</a:t>
            </a:r>
            <a:endParaRPr/>
          </a:p>
          <a:p>
            <a:pPr marL="0" marR="0" lvl="0" indent="0" algn="ctr" rtl="0">
              <a:spcBef>
                <a:spcPts val="0"/>
              </a:spcBef>
              <a:spcAft>
                <a:spcPts val="0"/>
              </a:spcAft>
              <a:buNone/>
            </a:pPr>
            <a:r>
              <a:rPr lang="en-US" sz="525">
                <a:solidFill>
                  <a:srgbClr val="FFFFFF"/>
                </a:solidFill>
                <a:latin typeface="Quattrocento Sans"/>
                <a:ea typeface="Quattrocento Sans"/>
                <a:cs typeface="Quattrocento Sans"/>
                <a:sym typeface="Quattrocento Sans"/>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a:p>
        </p:txBody>
      </p:sp>
      <p:pic>
        <p:nvPicPr>
          <p:cNvPr id="235" name="Google Shape;235;p69"/>
          <p:cNvPicPr preferRelativeResize="0"/>
          <p:nvPr/>
        </p:nvPicPr>
        <p:blipFill rotWithShape="1">
          <a:blip r:embed="rId3">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Black Layout - Title and Content">
  <p:cSld name="Black Layout - Title and Content">
    <p:bg>
      <p:bgPr>
        <a:solidFill>
          <a:srgbClr val="000000"/>
        </a:solidFill>
        <a:effectLst/>
      </p:bgPr>
    </p:bg>
    <p:spTree>
      <p:nvGrpSpPr>
        <p:cNvPr id="1" name="Shape 236"/>
        <p:cNvGrpSpPr/>
        <p:nvPr/>
      </p:nvGrpSpPr>
      <p:grpSpPr>
        <a:xfrm>
          <a:off x="0" y="0"/>
          <a:ext cx="0" cy="0"/>
          <a:chOff x="0" y="0"/>
          <a:chExt cx="0" cy="0"/>
        </a:xfrm>
      </p:grpSpPr>
      <p:sp>
        <p:nvSpPr>
          <p:cNvPr id="237" name="Google Shape;237;p70"/>
          <p:cNvSpPr txBox="1">
            <a:spLocks noGrp="1"/>
          </p:cNvSpPr>
          <p:nvPr>
            <p:ph type="title"/>
          </p:nvPr>
        </p:nvSpPr>
        <p:spPr>
          <a:xfrm>
            <a:off x="1401741" y="297881"/>
            <a:ext cx="7354728"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4050"/>
              <a:buFont typeface="Quattrocento Sans"/>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70"/>
          <p:cNvSpPr txBox="1">
            <a:spLocks noGrp="1"/>
          </p:cNvSpPr>
          <p:nvPr>
            <p:ph type="body" idx="1"/>
          </p:nvPr>
        </p:nvSpPr>
        <p:spPr>
          <a:xfrm>
            <a:off x="389436" y="1085850"/>
            <a:ext cx="8363938" cy="1546577"/>
          </a:xfrm>
          <a:prstGeom prst="rect">
            <a:avLst/>
          </a:prstGeom>
          <a:noFill/>
          <a:ln>
            <a:noFill/>
          </a:ln>
        </p:spPr>
        <p:txBody>
          <a:bodyPr spcFirstLastPara="1" wrap="square" lIns="0" tIns="0" rIns="0" bIns="0" anchor="t" anchorCtr="0">
            <a:spAutoFit/>
          </a:bodyPr>
          <a:lstStyle>
            <a:lvl1pPr marL="457200" lvl="0" indent="-335280" algn="l">
              <a:lnSpc>
                <a:spcPct val="100000"/>
              </a:lnSpc>
              <a:spcBef>
                <a:spcPts val="900"/>
              </a:spcBef>
              <a:spcAft>
                <a:spcPts val="0"/>
              </a:spcAft>
              <a:buClr>
                <a:srgbClr val="FFFFFF"/>
              </a:buClr>
              <a:buSzPts val="1680"/>
              <a:buFont typeface="Quattrocento Sans"/>
              <a:buChar char="•"/>
              <a:defRPr>
                <a:solidFill>
                  <a:srgbClr val="FFFFFF"/>
                </a:solidFill>
              </a:defRPr>
            </a:lvl1pPr>
            <a:lvl2pPr marL="914400" lvl="1" indent="-321944" algn="l">
              <a:lnSpc>
                <a:spcPct val="100000"/>
              </a:lnSpc>
              <a:spcBef>
                <a:spcPts val="225"/>
              </a:spcBef>
              <a:spcAft>
                <a:spcPts val="0"/>
              </a:spcAft>
              <a:buClr>
                <a:srgbClr val="FFFFFF"/>
              </a:buClr>
              <a:buSzPts val="1470"/>
              <a:buFont typeface="Quattrocento Sans"/>
              <a:buChar char="•"/>
              <a:defRPr>
                <a:solidFill>
                  <a:srgbClr val="FFFFFF"/>
                </a:solidFill>
              </a:defRPr>
            </a:lvl2pPr>
            <a:lvl3pPr marL="1371600" lvl="2" indent="-308610" algn="l">
              <a:lnSpc>
                <a:spcPct val="100000"/>
              </a:lnSpc>
              <a:spcBef>
                <a:spcPts val="225"/>
              </a:spcBef>
              <a:spcAft>
                <a:spcPts val="0"/>
              </a:spcAft>
              <a:buClr>
                <a:srgbClr val="FFFFFF"/>
              </a:buClr>
              <a:buSzPts val="1260"/>
              <a:buFont typeface="Quattrocento Sans"/>
              <a:buChar char="•"/>
              <a:defRPr>
                <a:solidFill>
                  <a:srgbClr val="FFFFFF"/>
                </a:solidFill>
              </a:defRPr>
            </a:lvl3pPr>
            <a:lvl4pPr marL="1828800" lvl="3" indent="-295275" algn="l">
              <a:lnSpc>
                <a:spcPct val="100000"/>
              </a:lnSpc>
              <a:spcBef>
                <a:spcPts val="225"/>
              </a:spcBef>
              <a:spcAft>
                <a:spcPts val="0"/>
              </a:spcAft>
              <a:buClr>
                <a:srgbClr val="FFFFFF"/>
              </a:buClr>
              <a:buSzPts val="1050"/>
              <a:buFont typeface="Quattrocento Sans"/>
              <a:buChar char="•"/>
              <a:defRPr>
                <a:solidFill>
                  <a:srgbClr val="FFFFFF"/>
                </a:solidFill>
              </a:defRPr>
            </a:lvl4pPr>
            <a:lvl5pPr marL="2286000" lvl="4" indent="-295275" algn="l">
              <a:lnSpc>
                <a:spcPct val="100000"/>
              </a:lnSpc>
              <a:spcBef>
                <a:spcPts val="225"/>
              </a:spcBef>
              <a:spcAft>
                <a:spcPts val="0"/>
              </a:spcAft>
              <a:buClr>
                <a:srgbClr val="FFFFFF"/>
              </a:buClr>
              <a:buSzPts val="1050"/>
              <a:buFont typeface="Quattrocento Sans"/>
              <a:buChar char="•"/>
              <a:defRPr>
                <a:solidFill>
                  <a:srgbClr val="FFFFF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239" name="Google Shape;239;p70"/>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Black Notes slide Layout">
  <p:cSld name="Black Notes slide Layout">
    <p:bg>
      <p:bgPr>
        <a:solidFill>
          <a:srgbClr val="000000"/>
        </a:solidFill>
        <a:effectLst/>
      </p:bgPr>
    </p:bg>
    <p:spTree>
      <p:nvGrpSpPr>
        <p:cNvPr id="1" name="Shape 240"/>
        <p:cNvGrpSpPr/>
        <p:nvPr/>
      </p:nvGrpSpPr>
      <p:grpSpPr>
        <a:xfrm>
          <a:off x="0" y="0"/>
          <a:ext cx="0" cy="0"/>
          <a:chOff x="0" y="0"/>
          <a:chExt cx="0" cy="0"/>
        </a:xfrm>
      </p:grpSpPr>
      <p:sp>
        <p:nvSpPr>
          <p:cNvPr id="241" name="Google Shape;241;p71"/>
          <p:cNvSpPr txBox="1">
            <a:spLocks noGrp="1"/>
          </p:cNvSpPr>
          <p:nvPr>
            <p:ph type="title"/>
          </p:nvPr>
        </p:nvSpPr>
        <p:spPr>
          <a:xfrm>
            <a:off x="1401741" y="297881"/>
            <a:ext cx="7354728" cy="560923"/>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4050"/>
              <a:buFont typeface="Quattrocento Sans"/>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71"/>
          <p:cNvSpPr txBox="1">
            <a:spLocks noGrp="1"/>
          </p:cNvSpPr>
          <p:nvPr>
            <p:ph type="body" idx="1"/>
          </p:nvPr>
        </p:nvSpPr>
        <p:spPr>
          <a:xfrm>
            <a:off x="389436" y="1085850"/>
            <a:ext cx="8363938" cy="1546577"/>
          </a:xfrm>
          <a:prstGeom prst="rect">
            <a:avLst/>
          </a:prstGeom>
          <a:noFill/>
          <a:ln>
            <a:noFill/>
          </a:ln>
        </p:spPr>
        <p:txBody>
          <a:bodyPr spcFirstLastPara="1" wrap="square" lIns="0" tIns="0" rIns="0" bIns="0" anchor="t" anchorCtr="0">
            <a:spAutoFit/>
          </a:bodyPr>
          <a:lstStyle>
            <a:lvl1pPr marL="457200" lvl="0" indent="-335280" algn="l">
              <a:lnSpc>
                <a:spcPct val="100000"/>
              </a:lnSpc>
              <a:spcBef>
                <a:spcPts val="900"/>
              </a:spcBef>
              <a:spcAft>
                <a:spcPts val="0"/>
              </a:spcAft>
              <a:buClr>
                <a:srgbClr val="FFFFFF"/>
              </a:buClr>
              <a:buSzPts val="1680"/>
              <a:buFont typeface="Quattrocento Sans"/>
              <a:buChar char="•"/>
              <a:defRPr>
                <a:solidFill>
                  <a:srgbClr val="FFFFFF"/>
                </a:solidFill>
              </a:defRPr>
            </a:lvl1pPr>
            <a:lvl2pPr marL="914400" lvl="1" indent="-321944" algn="l">
              <a:lnSpc>
                <a:spcPct val="100000"/>
              </a:lnSpc>
              <a:spcBef>
                <a:spcPts val="225"/>
              </a:spcBef>
              <a:spcAft>
                <a:spcPts val="0"/>
              </a:spcAft>
              <a:buClr>
                <a:srgbClr val="FFFFFF"/>
              </a:buClr>
              <a:buSzPts val="1470"/>
              <a:buFont typeface="Quattrocento Sans"/>
              <a:buChar char="•"/>
              <a:defRPr>
                <a:solidFill>
                  <a:srgbClr val="FFFFFF"/>
                </a:solidFill>
              </a:defRPr>
            </a:lvl2pPr>
            <a:lvl3pPr marL="1371600" lvl="2" indent="-308610" algn="l">
              <a:lnSpc>
                <a:spcPct val="100000"/>
              </a:lnSpc>
              <a:spcBef>
                <a:spcPts val="225"/>
              </a:spcBef>
              <a:spcAft>
                <a:spcPts val="0"/>
              </a:spcAft>
              <a:buClr>
                <a:srgbClr val="FFFFFF"/>
              </a:buClr>
              <a:buSzPts val="1260"/>
              <a:buFont typeface="Quattrocento Sans"/>
              <a:buChar char="•"/>
              <a:defRPr>
                <a:solidFill>
                  <a:srgbClr val="FFFFFF"/>
                </a:solidFill>
              </a:defRPr>
            </a:lvl3pPr>
            <a:lvl4pPr marL="1828800" lvl="3" indent="-295275" algn="l">
              <a:lnSpc>
                <a:spcPct val="100000"/>
              </a:lnSpc>
              <a:spcBef>
                <a:spcPts val="225"/>
              </a:spcBef>
              <a:spcAft>
                <a:spcPts val="0"/>
              </a:spcAft>
              <a:buClr>
                <a:srgbClr val="FFFFFF"/>
              </a:buClr>
              <a:buSzPts val="1050"/>
              <a:buFont typeface="Quattrocento Sans"/>
              <a:buChar char="•"/>
              <a:defRPr>
                <a:solidFill>
                  <a:srgbClr val="FFFFFF"/>
                </a:solidFill>
              </a:defRPr>
            </a:lvl4pPr>
            <a:lvl5pPr marL="2286000" lvl="4" indent="-295275" algn="l">
              <a:lnSpc>
                <a:spcPct val="100000"/>
              </a:lnSpc>
              <a:spcBef>
                <a:spcPts val="225"/>
              </a:spcBef>
              <a:spcAft>
                <a:spcPts val="0"/>
              </a:spcAft>
              <a:buClr>
                <a:srgbClr val="FFFFFF"/>
              </a:buClr>
              <a:buSzPts val="1050"/>
              <a:buFont typeface="Quattrocento Sans"/>
              <a:buChar char="•"/>
              <a:defRPr>
                <a:solidFill>
                  <a:srgbClr val="FFFFF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3" name="Google Shape;243;p71"/>
          <p:cNvSpPr txBox="1">
            <a:spLocks noGrp="1"/>
          </p:cNvSpPr>
          <p:nvPr>
            <p:ph type="body" idx="2"/>
          </p:nvPr>
        </p:nvSpPr>
        <p:spPr>
          <a:xfrm>
            <a:off x="1" y="4679158"/>
            <a:ext cx="9144001" cy="464344"/>
          </a:xfrm>
          <a:prstGeom prst="rect">
            <a:avLst/>
          </a:prstGeom>
          <a:solidFill>
            <a:srgbClr val="FFFF99"/>
          </a:solidFill>
          <a:ln>
            <a:noFill/>
          </a:ln>
        </p:spPr>
        <p:txBody>
          <a:bodyPr spcFirstLastPara="1" wrap="square" lIns="152375" tIns="76175" rIns="152375" bIns="76175" anchor="b" anchorCtr="0">
            <a:noAutofit/>
          </a:bodyPr>
          <a:lstStyle>
            <a:lvl1pPr marL="457200" lvl="0" indent="-228600" algn="r">
              <a:lnSpc>
                <a:spcPct val="100000"/>
              </a:lnSpc>
              <a:spcBef>
                <a:spcPts val="900"/>
              </a:spcBef>
              <a:spcAft>
                <a:spcPts val="0"/>
              </a:spcAft>
              <a:buClr>
                <a:srgbClr val="000000"/>
              </a:buClr>
              <a:buSzPts val="1920"/>
              <a:buFont typeface="Arial"/>
              <a:buNone/>
              <a:defRPr>
                <a:solidFill>
                  <a:srgbClr val="000000"/>
                </a:solidFill>
                <a:latin typeface="Quattrocento Sans"/>
                <a:ea typeface="Quattrocento Sans"/>
                <a:cs typeface="Quattrocento Sans"/>
                <a:sym typeface="Quattrocento Sans"/>
              </a:defRPr>
            </a:lvl1pPr>
            <a:lvl2pPr marL="914400" lvl="1" indent="-320040" algn="l">
              <a:lnSpc>
                <a:spcPct val="100000"/>
              </a:lnSpc>
              <a:spcBef>
                <a:spcPts val="225"/>
              </a:spcBef>
              <a:spcAft>
                <a:spcPts val="0"/>
              </a:spcAft>
              <a:buClr>
                <a:srgbClr val="595959"/>
              </a:buClr>
              <a:buSzPts val="1440"/>
              <a:buChar char="•"/>
              <a:defRPr/>
            </a:lvl2pPr>
            <a:lvl3pPr marL="1371600" lvl="2" indent="-320039" algn="l">
              <a:lnSpc>
                <a:spcPct val="100000"/>
              </a:lnSpc>
              <a:spcBef>
                <a:spcPts val="225"/>
              </a:spcBef>
              <a:spcAft>
                <a:spcPts val="0"/>
              </a:spcAft>
              <a:buClr>
                <a:srgbClr val="595959"/>
              </a:buClr>
              <a:buSzPts val="1440"/>
              <a:buChar char="•"/>
              <a:defRPr/>
            </a:lvl3pPr>
            <a:lvl4pPr marL="1828800" lvl="3" indent="-320039" algn="l">
              <a:lnSpc>
                <a:spcPct val="100000"/>
              </a:lnSpc>
              <a:spcBef>
                <a:spcPts val="225"/>
              </a:spcBef>
              <a:spcAft>
                <a:spcPts val="0"/>
              </a:spcAft>
              <a:buClr>
                <a:srgbClr val="595959"/>
              </a:buClr>
              <a:buSzPts val="1440"/>
              <a:buChar char="•"/>
              <a:defRPr/>
            </a:lvl4pPr>
            <a:lvl5pPr marL="2286000" lvl="4" indent="-320039" algn="l">
              <a:lnSpc>
                <a:spcPct val="100000"/>
              </a:lnSpc>
              <a:spcBef>
                <a:spcPts val="225"/>
              </a:spcBef>
              <a:spcAft>
                <a:spcPts val="0"/>
              </a:spcAft>
              <a:buClr>
                <a:srgbClr val="595959"/>
              </a:buClr>
              <a:buSzPts val="144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244" name="Google Shape;244;p71"/>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5_Blank Color 1 Layout">
  <p:cSld name="5_Blank Color 1 Layout">
    <p:spTree>
      <p:nvGrpSpPr>
        <p:cNvPr id="1" name="Shape 245"/>
        <p:cNvGrpSpPr/>
        <p:nvPr/>
      </p:nvGrpSpPr>
      <p:grpSpPr>
        <a:xfrm>
          <a:off x="0" y="0"/>
          <a:ext cx="0" cy="0"/>
          <a:chOff x="0" y="0"/>
          <a:chExt cx="0" cy="0"/>
        </a:xfrm>
      </p:grpSpPr>
      <p:sp>
        <p:nvSpPr>
          <p:cNvPr id="246" name="Google Shape;246;p72"/>
          <p:cNvSpPr/>
          <p:nvPr/>
        </p:nvSpPr>
        <p:spPr>
          <a:xfrm>
            <a:off x="1" y="0"/>
            <a:ext cx="9144000" cy="5143500"/>
          </a:xfrm>
          <a:prstGeom prst="rect">
            <a:avLst/>
          </a:prstGeom>
          <a:solidFill>
            <a:srgbClr val="1F497E"/>
          </a:solidFill>
          <a:ln>
            <a:noFill/>
          </a:ln>
        </p:spPr>
        <p:txBody>
          <a:bodyPr spcFirstLastPara="1" wrap="square" lIns="68525" tIns="34250" rIns="68525" bIns="34250" anchor="ctr" anchorCtr="0">
            <a:noAutofit/>
          </a:bodyPr>
          <a:lstStyle/>
          <a:p>
            <a:pPr marL="0" marR="0" lvl="0" indent="0" algn="ctr" rtl="0">
              <a:spcBef>
                <a:spcPts val="0"/>
              </a:spcBef>
              <a:spcAft>
                <a:spcPts val="0"/>
              </a:spcAft>
              <a:buNone/>
            </a:pPr>
            <a:endParaRPr sz="1650">
              <a:solidFill>
                <a:srgbClr val="FFFFFF"/>
              </a:solidFill>
              <a:latin typeface="Quattrocento Sans"/>
              <a:ea typeface="Quattrocento Sans"/>
              <a:cs typeface="Quattrocento Sans"/>
              <a:sym typeface="Quattrocento Sans"/>
            </a:endParaRPr>
          </a:p>
        </p:txBody>
      </p:sp>
      <p:sp>
        <p:nvSpPr>
          <p:cNvPr id="247" name="Google Shape;247;p72"/>
          <p:cNvSpPr/>
          <p:nvPr/>
        </p:nvSpPr>
        <p:spPr>
          <a:xfrm>
            <a:off x="417444" y="4468316"/>
            <a:ext cx="8309114" cy="213585"/>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790" b="0" i="0" u="none" strike="noStrike" cap="none">
                <a:solidFill>
                  <a:srgbClr val="D8D8D8"/>
                </a:solidFill>
                <a:latin typeface="Quattrocento Sans"/>
                <a:ea typeface="Quattrocento Sans"/>
                <a:cs typeface="Quattrocento Sans"/>
                <a:sym typeface="Quattrocento Sans"/>
              </a:rPr>
              <a:t>©2019 FAMT. All rights reserved. The information herein is for informational purposes only and represents the current view of FAMT IT Department as of the date of this presentation. </a:t>
            </a:r>
            <a:endParaRPr/>
          </a:p>
        </p:txBody>
      </p:sp>
      <p:pic>
        <p:nvPicPr>
          <p:cNvPr id="248" name="Google Shape;248;p72"/>
          <p:cNvPicPr preferRelativeResize="0"/>
          <p:nvPr/>
        </p:nvPicPr>
        <p:blipFill rotWithShape="1">
          <a:blip r:embed="rId2">
            <a:alphaModFix/>
          </a:blip>
          <a:srcRect l="16423" t="15001" r="16424" b="13600"/>
          <a:stretch/>
        </p:blipFill>
        <p:spPr>
          <a:xfrm>
            <a:off x="179512" y="123478"/>
            <a:ext cx="576064" cy="81609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Title Accent 3">
  <p:cSld name="Section Title Accent 3">
    <p:bg>
      <p:bgPr>
        <a:solidFill>
          <a:schemeClr val="accent2"/>
        </a:solidFill>
        <a:effectLst/>
      </p:bgPr>
    </p:bg>
    <p:spTree>
      <p:nvGrpSpPr>
        <p:cNvPr id="1" name="Shape 249"/>
        <p:cNvGrpSpPr/>
        <p:nvPr/>
      </p:nvGrpSpPr>
      <p:grpSpPr>
        <a:xfrm>
          <a:off x="0" y="0"/>
          <a:ext cx="0" cy="0"/>
          <a:chOff x="0" y="0"/>
          <a:chExt cx="0" cy="0"/>
        </a:xfrm>
      </p:grpSpPr>
      <p:sp>
        <p:nvSpPr>
          <p:cNvPr id="250" name="Google Shape;250;p73"/>
          <p:cNvSpPr txBox="1">
            <a:spLocks noGrp="1"/>
          </p:cNvSpPr>
          <p:nvPr>
            <p:ph type="title"/>
          </p:nvPr>
        </p:nvSpPr>
        <p:spPr>
          <a:xfrm>
            <a:off x="389436" y="2114704"/>
            <a:ext cx="8363938" cy="914096"/>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6600"/>
              <a:buFont typeface="Quattrocento Sans"/>
              <a:buNone/>
              <a:defRPr sz="6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100000" sy="100000" flip="none" algn="tl"/>
        </a:blipFill>
        <a:effectLst/>
      </p:bgPr>
    </p:bg>
    <p:spTree>
      <p:nvGrpSpPr>
        <p:cNvPr id="1" name="Shape 251"/>
        <p:cNvGrpSpPr/>
        <p:nvPr/>
      </p:nvGrpSpPr>
      <p:grpSpPr>
        <a:xfrm>
          <a:off x="0" y="0"/>
          <a:ext cx="0" cy="0"/>
          <a:chOff x="0" y="0"/>
          <a:chExt cx="0" cy="0"/>
        </a:xfrm>
      </p:grpSpPr>
      <p:sp>
        <p:nvSpPr>
          <p:cNvPr id="252" name="Google Shape;252;p74"/>
          <p:cNvSpPr/>
          <p:nvPr/>
        </p:nvSpPr>
        <p:spPr>
          <a:xfrm>
            <a:off x="0" y="3943350"/>
            <a:ext cx="9144000" cy="857250"/>
          </a:xfrm>
          <a:prstGeom prst="rect">
            <a:avLst/>
          </a:prstGeom>
          <a:solidFill>
            <a:srgbClr val="FFFFFF"/>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a:solidFill>
                <a:srgbClr val="FFFFFF"/>
              </a:solidFill>
              <a:latin typeface="Quattrocento Sans"/>
              <a:ea typeface="Quattrocento Sans"/>
              <a:cs typeface="Quattrocento Sans"/>
              <a:sym typeface="Quattrocento Sans"/>
            </a:endParaRPr>
          </a:p>
        </p:txBody>
      </p:sp>
      <p:sp>
        <p:nvSpPr>
          <p:cNvPr id="253" name="Google Shape;253;p74"/>
          <p:cNvSpPr/>
          <p:nvPr/>
        </p:nvSpPr>
        <p:spPr>
          <a:xfrm>
            <a:off x="0" y="4000500"/>
            <a:ext cx="1295400" cy="742950"/>
          </a:xfrm>
          <a:prstGeom prst="rect">
            <a:avLst/>
          </a:prstGeom>
          <a:solidFill>
            <a:srgbClr val="FED099"/>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a:solidFill>
                <a:srgbClr val="FFFFFF"/>
              </a:solidFill>
              <a:latin typeface="Quattrocento Sans"/>
              <a:ea typeface="Quattrocento Sans"/>
              <a:cs typeface="Quattrocento Sans"/>
              <a:sym typeface="Quattrocento Sans"/>
            </a:endParaRPr>
          </a:p>
        </p:txBody>
      </p:sp>
      <p:sp>
        <p:nvSpPr>
          <p:cNvPr id="254" name="Google Shape;254;p74"/>
          <p:cNvSpPr/>
          <p:nvPr/>
        </p:nvSpPr>
        <p:spPr>
          <a:xfrm>
            <a:off x="1371600" y="4000500"/>
            <a:ext cx="7772400" cy="742950"/>
          </a:xfrm>
          <a:prstGeom prst="rect">
            <a:avLst/>
          </a:prstGeom>
          <a:solidFill>
            <a:schemeClr val="accent1"/>
          </a:solidFill>
          <a:ln>
            <a:noFill/>
          </a:ln>
        </p:spPr>
        <p:txBody>
          <a:bodyPr spcFirstLastPara="1" wrap="square" lIns="82075" tIns="41025" rIns="82075" bIns="41025" anchor="ctr" anchorCtr="0">
            <a:noAutofit/>
          </a:bodyPr>
          <a:lstStyle/>
          <a:p>
            <a:pPr marL="0" marR="0" lvl="0" indent="0" algn="ctr" rtl="0">
              <a:spcBef>
                <a:spcPts val="0"/>
              </a:spcBef>
              <a:spcAft>
                <a:spcPts val="0"/>
              </a:spcAft>
              <a:buNone/>
            </a:pPr>
            <a:endParaRPr sz="1350" b="1">
              <a:solidFill>
                <a:srgbClr val="FFFFFF"/>
              </a:solidFill>
              <a:latin typeface="Quattrocento Sans"/>
              <a:ea typeface="Quattrocento Sans"/>
              <a:cs typeface="Quattrocento Sans"/>
              <a:sym typeface="Quattrocento Sans"/>
            </a:endParaRPr>
          </a:p>
        </p:txBody>
      </p:sp>
      <p:sp>
        <p:nvSpPr>
          <p:cNvPr id="255" name="Google Shape;255;p74"/>
          <p:cNvSpPr txBox="1">
            <a:spLocks noGrp="1"/>
          </p:cNvSpPr>
          <p:nvPr>
            <p:ph type="body" idx="1"/>
          </p:nvPr>
        </p:nvSpPr>
        <p:spPr>
          <a:xfrm>
            <a:off x="116042" y="3451860"/>
            <a:ext cx="8911918" cy="433688"/>
          </a:xfrm>
          <a:prstGeom prst="rect">
            <a:avLst/>
          </a:prstGeom>
          <a:noFill/>
          <a:ln>
            <a:noFill/>
          </a:ln>
        </p:spPr>
        <p:txBody>
          <a:bodyPr spcFirstLastPara="1" wrap="square" lIns="109450" tIns="54725" rIns="109450" bIns="54725" anchor="t" anchorCtr="0">
            <a:spAutoFit/>
          </a:bodyPr>
          <a:lstStyle>
            <a:lvl1pPr marL="457200" lvl="0" indent="-228600" algn="ctr">
              <a:lnSpc>
                <a:spcPct val="100000"/>
              </a:lnSpc>
              <a:spcBef>
                <a:spcPts val="900"/>
              </a:spcBef>
              <a:spcAft>
                <a:spcPts val="0"/>
              </a:spcAft>
              <a:buClr>
                <a:srgbClr val="002060"/>
              </a:buClr>
              <a:buSzPts val="1680"/>
              <a:buNone/>
              <a:defRPr sz="2100" b="0">
                <a:solidFill>
                  <a:srgbClr val="002060"/>
                </a:solidFill>
                <a:latin typeface="Calibri"/>
                <a:ea typeface="Calibri"/>
                <a:cs typeface="Calibri"/>
                <a:sym typeface="Calibri"/>
              </a:defRPr>
            </a:lvl1pPr>
            <a:lvl2pPr marL="914400" lvl="1" indent="-228600" algn="l">
              <a:lnSpc>
                <a:spcPct val="100000"/>
              </a:lnSpc>
              <a:spcBef>
                <a:spcPts val="225"/>
              </a:spcBef>
              <a:spcAft>
                <a:spcPts val="0"/>
              </a:spcAft>
              <a:buClr>
                <a:srgbClr val="8B8B8B"/>
              </a:buClr>
              <a:buSzPts val="1320"/>
              <a:buNone/>
              <a:defRPr sz="1650">
                <a:solidFill>
                  <a:srgbClr val="8B8B8B"/>
                </a:solidFill>
              </a:defRPr>
            </a:lvl2pPr>
            <a:lvl3pPr marL="1371600" lvl="2" indent="-228600" algn="l">
              <a:lnSpc>
                <a:spcPct val="100000"/>
              </a:lnSpc>
              <a:spcBef>
                <a:spcPts val="225"/>
              </a:spcBef>
              <a:spcAft>
                <a:spcPts val="0"/>
              </a:spcAft>
              <a:buClr>
                <a:srgbClr val="8B8B8B"/>
              </a:buClr>
              <a:buSzPts val="1140"/>
              <a:buNone/>
              <a:defRPr sz="1425">
                <a:solidFill>
                  <a:srgbClr val="8B8B8B"/>
                </a:solidFill>
              </a:defRPr>
            </a:lvl3pPr>
            <a:lvl4pPr marL="1828800" lvl="3" indent="-228600" algn="l">
              <a:lnSpc>
                <a:spcPct val="100000"/>
              </a:lnSpc>
              <a:spcBef>
                <a:spcPts val="225"/>
              </a:spcBef>
              <a:spcAft>
                <a:spcPts val="0"/>
              </a:spcAft>
              <a:buClr>
                <a:srgbClr val="8B8B8B"/>
              </a:buClr>
              <a:buSzPts val="1020"/>
              <a:buNone/>
              <a:defRPr sz="1275">
                <a:solidFill>
                  <a:srgbClr val="8B8B8B"/>
                </a:solidFill>
              </a:defRPr>
            </a:lvl4pPr>
            <a:lvl5pPr marL="2286000" lvl="4" indent="-228600" algn="l">
              <a:lnSpc>
                <a:spcPct val="100000"/>
              </a:lnSpc>
              <a:spcBef>
                <a:spcPts val="225"/>
              </a:spcBef>
              <a:spcAft>
                <a:spcPts val="0"/>
              </a:spcAft>
              <a:buClr>
                <a:srgbClr val="8B8B8B"/>
              </a:buClr>
              <a:buSzPts val="1020"/>
              <a:buNone/>
              <a:defRPr sz="1275">
                <a:solidFill>
                  <a:srgbClr val="8B8B8B"/>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6" name="Google Shape;256;p74"/>
          <p:cNvSpPr txBox="1">
            <a:spLocks noGrp="1"/>
          </p:cNvSpPr>
          <p:nvPr>
            <p:ph type="title"/>
          </p:nvPr>
        </p:nvSpPr>
        <p:spPr>
          <a:xfrm>
            <a:off x="1371601" y="4000500"/>
            <a:ext cx="7620000" cy="4985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02060"/>
              </a:buClr>
              <a:buSzPts val="3600"/>
              <a:buFont typeface="Quattrocento Sans"/>
              <a:buNone/>
              <a:defRPr sz="3600" b="0" cap="none">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57" name="Google Shape;257;p74"/>
          <p:cNvPicPr preferRelativeResize="0"/>
          <p:nvPr/>
        </p:nvPicPr>
        <p:blipFill rotWithShape="1">
          <a:blip r:embed="rId3">
            <a:alphaModFix/>
          </a:blip>
          <a:srcRect l="16423" t="15001" r="16424" b="13600"/>
          <a:stretch/>
        </p:blipFill>
        <p:spPr>
          <a:xfrm>
            <a:off x="3563888" y="400050"/>
            <a:ext cx="2016224" cy="2856315"/>
          </a:xfrm>
          <a:prstGeom prst="rect">
            <a:avLst/>
          </a:prstGeom>
          <a:noFill/>
          <a:ln>
            <a:noFill/>
          </a:ln>
        </p:spPr>
      </p:pic>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s">
  <p:cSld name="Title and Contents">
    <p:spTree>
      <p:nvGrpSpPr>
        <p:cNvPr id="1" name="Shape 258"/>
        <p:cNvGrpSpPr/>
        <p:nvPr/>
      </p:nvGrpSpPr>
      <p:grpSpPr>
        <a:xfrm>
          <a:off x="0" y="0"/>
          <a:ext cx="0" cy="0"/>
          <a:chOff x="0" y="0"/>
          <a:chExt cx="0" cy="0"/>
        </a:xfrm>
      </p:grpSpPr>
      <p:sp>
        <p:nvSpPr>
          <p:cNvPr id="259" name="Google Shape;259;p75"/>
          <p:cNvSpPr txBox="1">
            <a:spLocks noGrp="1"/>
          </p:cNvSpPr>
          <p:nvPr>
            <p:ph type="title"/>
          </p:nvPr>
        </p:nvSpPr>
        <p:spPr>
          <a:xfrm>
            <a:off x="1401741" y="297881"/>
            <a:ext cx="7354728"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02060"/>
              </a:buClr>
              <a:buSzPts val="2400"/>
              <a:buFont typeface="Quattrocento Sans"/>
              <a:buNone/>
              <a:defRPr sz="2400" b="0">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0" name="Google Shape;260;p75"/>
          <p:cNvSpPr txBox="1">
            <a:spLocks noGrp="1"/>
          </p:cNvSpPr>
          <p:nvPr>
            <p:ph type="body" idx="1"/>
          </p:nvPr>
        </p:nvSpPr>
        <p:spPr>
          <a:xfrm>
            <a:off x="228600" y="1028700"/>
            <a:ext cx="8686800" cy="1736609"/>
          </a:xfrm>
          <a:prstGeom prst="rect">
            <a:avLst/>
          </a:prstGeom>
          <a:noFill/>
          <a:ln>
            <a:noFill/>
          </a:ln>
        </p:spPr>
        <p:txBody>
          <a:bodyPr spcFirstLastPara="1" wrap="square" lIns="109450" tIns="54725" rIns="109450" bIns="54725" anchor="t" anchorCtr="0">
            <a:spAutoFit/>
          </a:bodyPr>
          <a:lstStyle>
            <a:lvl1pPr marL="457200" lvl="0" indent="-350520" algn="l">
              <a:lnSpc>
                <a:spcPct val="100000"/>
              </a:lnSpc>
              <a:spcBef>
                <a:spcPts val="900"/>
              </a:spcBef>
              <a:spcAft>
                <a:spcPts val="0"/>
              </a:spcAft>
              <a:buClr>
                <a:srgbClr val="4A5272"/>
              </a:buClr>
              <a:buSzPts val="1920"/>
              <a:buFont typeface="Noto Sans Symbols"/>
              <a:buChar char="❖"/>
              <a:defRPr sz="2400" b="0">
                <a:solidFill>
                  <a:srgbClr val="002060"/>
                </a:solidFill>
                <a:latin typeface="Calibri"/>
                <a:ea typeface="Calibri"/>
                <a:cs typeface="Calibri"/>
                <a:sym typeface="Calibri"/>
              </a:defRPr>
            </a:lvl1pPr>
            <a:lvl2pPr marL="914400" lvl="1" indent="-335280" algn="l">
              <a:lnSpc>
                <a:spcPct val="100000"/>
              </a:lnSpc>
              <a:spcBef>
                <a:spcPts val="225"/>
              </a:spcBef>
              <a:spcAft>
                <a:spcPts val="0"/>
              </a:spcAft>
              <a:buClr>
                <a:srgbClr val="4A5272"/>
              </a:buClr>
              <a:buSzPts val="1680"/>
              <a:buFont typeface="Noto Sans Symbols"/>
              <a:buChar char="❖"/>
              <a:defRPr sz="2100" b="0">
                <a:solidFill>
                  <a:srgbClr val="002060"/>
                </a:solidFill>
                <a:latin typeface="Calibri"/>
                <a:ea typeface="Calibri"/>
                <a:cs typeface="Calibri"/>
                <a:sym typeface="Calibri"/>
              </a:defRPr>
            </a:lvl2pPr>
            <a:lvl3pPr marL="1371600" lvl="2" indent="-320039" algn="l">
              <a:lnSpc>
                <a:spcPct val="100000"/>
              </a:lnSpc>
              <a:spcBef>
                <a:spcPts val="225"/>
              </a:spcBef>
              <a:spcAft>
                <a:spcPts val="0"/>
              </a:spcAft>
              <a:buClr>
                <a:srgbClr val="4A5272"/>
              </a:buClr>
              <a:buSzPts val="1440"/>
              <a:buFont typeface="Noto Sans Symbols"/>
              <a:buChar char="❖"/>
              <a:defRPr sz="1800" b="0">
                <a:solidFill>
                  <a:srgbClr val="002060"/>
                </a:solidFill>
                <a:latin typeface="Calibri"/>
                <a:ea typeface="Calibri"/>
                <a:cs typeface="Calibri"/>
                <a:sym typeface="Calibri"/>
              </a:defRPr>
            </a:lvl3pPr>
            <a:lvl4pPr marL="1828800" lvl="3" indent="-320039" algn="l">
              <a:lnSpc>
                <a:spcPct val="100000"/>
              </a:lnSpc>
              <a:spcBef>
                <a:spcPts val="225"/>
              </a:spcBef>
              <a:spcAft>
                <a:spcPts val="0"/>
              </a:spcAft>
              <a:buClr>
                <a:srgbClr val="4A5272"/>
              </a:buClr>
              <a:buSzPts val="1440"/>
              <a:buFont typeface="Noto Sans Symbols"/>
              <a:buChar char="❖"/>
              <a:defRPr sz="1800" b="0">
                <a:solidFill>
                  <a:srgbClr val="002060"/>
                </a:solidFill>
                <a:latin typeface="Calibri"/>
                <a:ea typeface="Calibri"/>
                <a:cs typeface="Calibri"/>
                <a:sym typeface="Calibri"/>
              </a:defRPr>
            </a:lvl4pPr>
            <a:lvl5pPr marL="2286000" lvl="4" indent="-320039" algn="l">
              <a:lnSpc>
                <a:spcPct val="100000"/>
              </a:lnSpc>
              <a:spcBef>
                <a:spcPts val="225"/>
              </a:spcBef>
              <a:spcAft>
                <a:spcPts val="0"/>
              </a:spcAft>
              <a:buClr>
                <a:srgbClr val="4A5272"/>
              </a:buClr>
              <a:buSzPts val="1440"/>
              <a:buFont typeface="Noto Sans Symbols"/>
              <a:buChar char="❖"/>
              <a:defRPr sz="1800" b="0">
                <a:solidFill>
                  <a:srgbClr val="002060"/>
                </a:solidFill>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21" Type="http://schemas.openxmlformats.org/officeDocument/2006/relationships/image" Target="../media/image5.jpg"/><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5.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image" Target="../media/image5.jpg"/><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theme" Target="../theme/theme4.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sp>
        <p:nvSpPr>
          <p:cNvPr id="33" name="Google Shape;33;p25"/>
          <p:cNvSpPr txBox="1"/>
          <p:nvPr/>
        </p:nvSpPr>
        <p:spPr>
          <a:xfrm>
            <a:off x="8279904" y="4732652"/>
            <a:ext cx="68458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 </a:t>
            </a: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34" name="Google Shape;34;p25"/>
          <p:cNvPicPr preferRelativeResize="0"/>
          <p:nvPr/>
        </p:nvPicPr>
        <p:blipFill rotWithShape="1">
          <a:blip r:embed="rId21">
            <a:alphaModFix/>
          </a:blip>
          <a:srcRect l="16423" t="15001" r="16424" b="13600"/>
          <a:stretch/>
        </p:blipFill>
        <p:spPr>
          <a:xfrm>
            <a:off x="8460432" y="134512"/>
            <a:ext cx="576064" cy="8160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7"/>
        <p:cNvGrpSpPr/>
        <p:nvPr/>
      </p:nvGrpSpPr>
      <p:grpSpPr>
        <a:xfrm>
          <a:off x="0" y="0"/>
          <a:ext cx="0" cy="0"/>
          <a:chOff x="0" y="0"/>
          <a:chExt cx="0" cy="0"/>
        </a:xfrm>
      </p:grpSpPr>
      <p:sp>
        <p:nvSpPr>
          <p:cNvPr id="138" name="Google Shape;138;p28"/>
          <p:cNvSpPr txBox="1"/>
          <p:nvPr/>
        </p:nvSpPr>
        <p:spPr>
          <a:xfrm>
            <a:off x="8532440" y="4803998"/>
            <a:ext cx="52284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39" name="Google Shape;139;p28"/>
          <p:cNvPicPr preferRelativeResize="0"/>
          <p:nvPr/>
        </p:nvPicPr>
        <p:blipFill rotWithShape="1">
          <a:blip r:embed="rId4">
            <a:alphaModFix/>
          </a:blip>
          <a:srcRect l="16423" t="15001" r="16424" b="13600"/>
          <a:stretch/>
        </p:blipFill>
        <p:spPr>
          <a:xfrm>
            <a:off x="8460432" y="134512"/>
            <a:ext cx="576064" cy="8160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4" r:id="rId1"/>
    <p:sldLayoutId id="2147483675"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Shape 150"/>
        <p:cNvGrpSpPr/>
        <p:nvPr/>
      </p:nvGrpSpPr>
      <p:grpSpPr>
        <a:xfrm>
          <a:off x="0" y="0"/>
          <a:ext cx="0" cy="0"/>
          <a:chOff x="0" y="0"/>
          <a:chExt cx="0" cy="0"/>
        </a:xfrm>
      </p:grpSpPr>
      <p:sp>
        <p:nvSpPr>
          <p:cNvPr id="151" name="Google Shape;151;p31"/>
          <p:cNvSpPr txBox="1">
            <a:spLocks noGrp="1"/>
          </p:cNvSpPr>
          <p:nvPr>
            <p:ph type="title"/>
          </p:nvPr>
        </p:nvSpPr>
        <p:spPr>
          <a:xfrm>
            <a:off x="1401741" y="297881"/>
            <a:ext cx="7354728" cy="560923"/>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595959"/>
              </a:buClr>
              <a:buSzPts val="4050"/>
              <a:buFont typeface="Quattrocento Sans"/>
              <a:buNone/>
              <a:defRPr sz="4050" b="0" i="0" u="none" strike="noStrike" cap="none">
                <a:solidFill>
                  <a:srgbClr val="595959"/>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2" name="Google Shape;152;p31"/>
          <p:cNvSpPr txBox="1">
            <a:spLocks noGrp="1"/>
          </p:cNvSpPr>
          <p:nvPr>
            <p:ph type="body" idx="1"/>
          </p:nvPr>
        </p:nvSpPr>
        <p:spPr>
          <a:xfrm>
            <a:off x="387529" y="1097281"/>
            <a:ext cx="8368940" cy="1546577"/>
          </a:xfrm>
          <a:prstGeom prst="rect">
            <a:avLst/>
          </a:prstGeom>
          <a:noFill/>
          <a:ln>
            <a:noFill/>
          </a:ln>
        </p:spPr>
        <p:txBody>
          <a:bodyPr spcFirstLastPara="1" wrap="square" lIns="0" tIns="0" rIns="0" bIns="0" anchor="t" anchorCtr="0">
            <a:spAutoFit/>
          </a:bodyPr>
          <a:lstStyle>
            <a:lvl1pPr marL="457200" marR="0" lvl="0" indent="-350520" algn="l" rtl="0">
              <a:lnSpc>
                <a:spcPct val="100000"/>
              </a:lnSpc>
              <a:spcBef>
                <a:spcPts val="900"/>
              </a:spcBef>
              <a:spcAft>
                <a:spcPts val="0"/>
              </a:spcAft>
              <a:buClr>
                <a:srgbClr val="595959"/>
              </a:buClr>
              <a:buSzPts val="1920"/>
              <a:buFont typeface="Arial"/>
              <a:buChar char="•"/>
              <a:defRPr sz="2400" b="0" i="0" u="none" strike="noStrike" cap="none">
                <a:solidFill>
                  <a:srgbClr val="595959"/>
                </a:solidFill>
                <a:latin typeface="Quattrocento Sans"/>
                <a:ea typeface="Quattrocento Sans"/>
                <a:cs typeface="Quattrocento Sans"/>
                <a:sym typeface="Quattrocento Sans"/>
              </a:defRPr>
            </a:lvl1pPr>
            <a:lvl2pPr marL="914400" marR="0" lvl="1" indent="-335280" algn="l" rtl="0">
              <a:lnSpc>
                <a:spcPct val="100000"/>
              </a:lnSpc>
              <a:spcBef>
                <a:spcPts val="225"/>
              </a:spcBef>
              <a:spcAft>
                <a:spcPts val="0"/>
              </a:spcAft>
              <a:buClr>
                <a:srgbClr val="595959"/>
              </a:buClr>
              <a:buSzPts val="1680"/>
              <a:buFont typeface="Arial"/>
              <a:buChar char="•"/>
              <a:defRPr sz="2100" b="0" i="0" u="none" strike="noStrike" cap="none">
                <a:solidFill>
                  <a:srgbClr val="595959"/>
                </a:solidFill>
                <a:latin typeface="Quattrocento Sans"/>
                <a:ea typeface="Quattrocento Sans"/>
                <a:cs typeface="Quattrocento Sans"/>
                <a:sym typeface="Quattrocento Sans"/>
              </a:defRPr>
            </a:lvl2pPr>
            <a:lvl3pPr marL="1371600" marR="0" lvl="2" indent="-320039" algn="l" rtl="0">
              <a:lnSpc>
                <a:spcPct val="100000"/>
              </a:lnSpc>
              <a:spcBef>
                <a:spcPts val="225"/>
              </a:spcBef>
              <a:spcAft>
                <a:spcPts val="0"/>
              </a:spcAft>
              <a:buClr>
                <a:srgbClr val="595959"/>
              </a:buClr>
              <a:buSzPts val="1440"/>
              <a:buFont typeface="Arial"/>
              <a:buChar char="•"/>
              <a:defRPr sz="1800" b="0" i="0" u="none" strike="noStrike" cap="none">
                <a:solidFill>
                  <a:srgbClr val="595959"/>
                </a:solidFill>
                <a:latin typeface="Quattrocento Sans"/>
                <a:ea typeface="Quattrocento Sans"/>
                <a:cs typeface="Quattrocento Sans"/>
                <a:sym typeface="Quattrocento Sans"/>
              </a:defRPr>
            </a:lvl3pPr>
            <a:lvl4pPr marL="1828800" marR="0" lvl="3" indent="-304800" algn="l" rtl="0">
              <a:lnSpc>
                <a:spcPct val="100000"/>
              </a:lnSpc>
              <a:spcBef>
                <a:spcPts val="225"/>
              </a:spcBef>
              <a:spcAft>
                <a:spcPts val="0"/>
              </a:spcAft>
              <a:buClr>
                <a:srgbClr val="595959"/>
              </a:buClr>
              <a:buSzPts val="1200"/>
              <a:buFont typeface="Arial"/>
              <a:buChar char="•"/>
              <a:defRPr sz="1500" b="0" i="0" u="none" strike="noStrike" cap="none">
                <a:solidFill>
                  <a:srgbClr val="595959"/>
                </a:solidFill>
                <a:latin typeface="Quattrocento Sans"/>
                <a:ea typeface="Quattrocento Sans"/>
                <a:cs typeface="Quattrocento Sans"/>
                <a:sym typeface="Quattrocento Sans"/>
              </a:defRPr>
            </a:lvl4pPr>
            <a:lvl5pPr marL="2286000" marR="0" lvl="4" indent="-304800" algn="l" rtl="0">
              <a:lnSpc>
                <a:spcPct val="100000"/>
              </a:lnSpc>
              <a:spcBef>
                <a:spcPts val="225"/>
              </a:spcBef>
              <a:spcAft>
                <a:spcPts val="0"/>
              </a:spcAft>
              <a:buClr>
                <a:srgbClr val="595959"/>
              </a:buClr>
              <a:buSzPts val="1200"/>
              <a:buFont typeface="Arial"/>
              <a:buChar char="•"/>
              <a:defRPr sz="1500" b="0" i="0" u="none" strike="noStrike" cap="none">
                <a:solidFill>
                  <a:srgbClr val="595959"/>
                </a:solidFill>
                <a:latin typeface="Quattrocento Sans"/>
                <a:ea typeface="Quattrocento Sans"/>
                <a:cs typeface="Quattrocento Sans"/>
                <a:sym typeface="Quattrocento Sans"/>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53" name="Google Shape;153;p31"/>
          <p:cNvPicPr preferRelativeResize="0"/>
          <p:nvPr/>
        </p:nvPicPr>
        <p:blipFill rotWithShape="1">
          <a:blip r:embed="rId26">
            <a:alphaModFix/>
          </a:blip>
          <a:srcRect l="16423" t="15001" r="16424" b="13600"/>
          <a:stretch/>
        </p:blipFill>
        <p:spPr>
          <a:xfrm>
            <a:off x="179512" y="123478"/>
            <a:ext cx="576064" cy="8160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37.xml"/><Relationship Id="rId5" Type="http://schemas.openxmlformats.org/officeDocument/2006/relationships/image" Target="../media/image30.jpg"/><Relationship Id="rId4" Type="http://schemas.openxmlformats.org/officeDocument/2006/relationships/image" Target="../media/image29.jpg"/></Relationships>
</file>

<file path=ppt/slides/_rels/slide3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0.xml"/><Relationship Id="rId1" Type="http://schemas.openxmlformats.org/officeDocument/2006/relationships/slideLayout" Target="../slideLayouts/slideLayout37.xml"/><Relationship Id="rId5" Type="http://schemas.openxmlformats.org/officeDocument/2006/relationships/image" Target="../media/image33.jpeg"/><Relationship Id="rId4" Type="http://schemas.openxmlformats.org/officeDocument/2006/relationships/image" Target="../media/image32.jpg"/></Relationships>
</file>

<file path=ppt/slides/_rels/slide3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1.xml"/><Relationship Id="rId1" Type="http://schemas.openxmlformats.org/officeDocument/2006/relationships/slideLayout" Target="../slideLayouts/slideLayout37.xml"/><Relationship Id="rId5" Type="http://schemas.openxmlformats.org/officeDocument/2006/relationships/image" Target="../media/image36.jpeg"/><Relationship Id="rId4" Type="http://schemas.openxmlformats.org/officeDocument/2006/relationships/image" Target="../media/image35.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
          <p:cNvSpPr txBox="1">
            <a:spLocks noGrp="1"/>
          </p:cNvSpPr>
          <p:nvPr>
            <p:ph type="title"/>
          </p:nvPr>
        </p:nvSpPr>
        <p:spPr>
          <a:xfrm>
            <a:off x="1133426" y="3191270"/>
            <a:ext cx="7210039" cy="56023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FF0000"/>
              </a:buClr>
              <a:buSzPts val="2400"/>
              <a:buFont typeface="Arial"/>
              <a:buNone/>
            </a:pPr>
            <a:r>
              <a:rPr lang="en-US" sz="2400" dirty="0">
                <a:solidFill>
                  <a:srgbClr val="FF0000"/>
                </a:solidFill>
              </a:rPr>
              <a:t>UG Program – BE Information Technology</a:t>
            </a:r>
            <a:endParaRPr dirty="0"/>
          </a:p>
        </p:txBody>
      </p:sp>
      <p:sp>
        <p:nvSpPr>
          <p:cNvPr id="267" name="Google Shape;267;p1"/>
          <p:cNvSpPr txBox="1"/>
          <p:nvPr/>
        </p:nvSpPr>
        <p:spPr>
          <a:xfrm>
            <a:off x="1427943" y="4183219"/>
            <a:ext cx="6897712" cy="560231"/>
          </a:xfrm>
          <a:prstGeom prst="rect">
            <a:avLst/>
          </a:prstGeom>
          <a:noFill/>
          <a:ln>
            <a:noFill/>
          </a:ln>
        </p:spPr>
        <p:txBody>
          <a:bodyPr spcFirstLastPara="1" wrap="square" lIns="68550" tIns="34275" rIns="68550" bIns="34275" anchor="t" anchorCtr="0">
            <a:normAutofit/>
          </a:bodyPr>
          <a:lstStyle/>
          <a:p>
            <a:pPr marL="0" marR="0" lvl="0" indent="0" algn="ctr" rtl="0">
              <a:lnSpc>
                <a:spcPct val="80000"/>
              </a:lnSpc>
              <a:spcBef>
                <a:spcPts val="0"/>
              </a:spcBef>
              <a:spcAft>
                <a:spcPts val="0"/>
              </a:spcAft>
              <a:buClr>
                <a:schemeClr val="lt1"/>
              </a:buClr>
              <a:buSzPts val="2400"/>
              <a:buFont typeface="Quattrocento Sans"/>
              <a:buNone/>
            </a:pPr>
            <a:r>
              <a:rPr lang="en-US" sz="2400" b="1" i="0" u="none" strike="noStrike" cap="none" dirty="0">
                <a:solidFill>
                  <a:schemeClr val="lt1"/>
                </a:solidFill>
                <a:latin typeface="Quattrocento Sans"/>
                <a:ea typeface="Quattrocento Sans"/>
                <a:cs typeface="Quattrocento Sans"/>
                <a:sym typeface="Quattrocento Sans"/>
              </a:rPr>
              <a:t>Major Project Presentation Semester –VII</a:t>
            </a:r>
            <a:r>
              <a:rPr lang="en-US" sz="2400" b="1" dirty="0">
                <a:solidFill>
                  <a:schemeClr val="lt1"/>
                </a:solidFill>
                <a:latin typeface="Quattrocento Sans"/>
                <a:ea typeface="Quattrocento Sans"/>
                <a:cs typeface="Quattrocento Sans"/>
                <a:sym typeface="Quattrocento Sans"/>
              </a:rPr>
              <a:t>I</a:t>
            </a:r>
            <a:endParaRPr dirty="0"/>
          </a:p>
        </p:txBody>
      </p:sp>
      <p:sp>
        <p:nvSpPr>
          <p:cNvPr id="268" name="Google Shape;268;p1"/>
          <p:cNvSpPr/>
          <p:nvPr/>
        </p:nvSpPr>
        <p:spPr>
          <a:xfrm>
            <a:off x="3742253" y="4743450"/>
            <a:ext cx="235374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0070C0"/>
                </a:solidFill>
                <a:latin typeface="Arial"/>
                <a:ea typeface="Arial"/>
                <a:cs typeface="Arial"/>
                <a:sym typeface="Arial"/>
              </a:rPr>
              <a:t>31</a:t>
            </a:r>
            <a:r>
              <a:rPr lang="en-US" sz="1800" b="0" i="0" u="none" strike="noStrike" cap="none" baseline="30000" dirty="0">
                <a:solidFill>
                  <a:srgbClr val="0070C0"/>
                </a:solidFill>
                <a:latin typeface="Arial"/>
                <a:ea typeface="Arial"/>
                <a:cs typeface="Arial"/>
                <a:sym typeface="Arial"/>
              </a:rPr>
              <a:t>st</a:t>
            </a:r>
            <a:r>
              <a:rPr lang="en-US" sz="1800" b="0" i="0" u="none" strike="noStrike" cap="none" dirty="0">
                <a:solidFill>
                  <a:srgbClr val="0070C0"/>
                </a:solidFill>
                <a:latin typeface="Arial"/>
                <a:ea typeface="Arial"/>
                <a:cs typeface="Arial"/>
                <a:sym typeface="Arial"/>
              </a:rPr>
              <a:t> January 2026</a:t>
            </a:r>
            <a:endParaRPr sz="1800" dirty="0">
              <a:solidFill>
                <a:srgbClr val="0070C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r>
              <a:rPr lang="en-US"/>
              <a:t>FlowTech</a:t>
            </a:r>
            <a:endParaRPr/>
          </a:p>
        </p:txBody>
      </p:sp>
      <p:sp>
        <p:nvSpPr>
          <p:cNvPr id="275" name="Google Shape;275;p2"/>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r>
              <a:rPr lang="en-US"/>
              <a:t>AY 2025-2026</a:t>
            </a:r>
            <a:endParaRPr/>
          </a:p>
        </p:txBody>
      </p:sp>
      <p:graphicFrame>
        <p:nvGraphicFramePr>
          <p:cNvPr id="276" name="Google Shape;276;p2"/>
          <p:cNvGraphicFramePr/>
          <p:nvPr>
            <p:extLst>
              <p:ext uri="{D42A27DB-BD31-4B8C-83A1-F6EECF244321}">
                <p14:modId xmlns:p14="http://schemas.microsoft.com/office/powerpoint/2010/main" val="4041828449"/>
              </p:ext>
            </p:extLst>
          </p:nvPr>
        </p:nvGraphicFramePr>
        <p:xfrm>
          <a:off x="683568" y="1110392"/>
          <a:ext cx="7560850" cy="1483400"/>
        </p:xfrm>
        <a:graphic>
          <a:graphicData uri="http://schemas.openxmlformats.org/drawingml/2006/table">
            <a:tbl>
              <a:tblPr firstRow="1" bandRow="1">
                <a:noFill/>
                <a:tableStyleId>{249F85D7-A648-47C8-ABF6-30C148A1EC1C}</a:tableStyleId>
              </a:tblPr>
              <a:tblGrid>
                <a:gridCol w="2664300">
                  <a:extLst>
                    <a:ext uri="{9D8B030D-6E8A-4147-A177-3AD203B41FA5}">
                      <a16:colId xmlns:a16="http://schemas.microsoft.com/office/drawing/2014/main" val="20000"/>
                    </a:ext>
                  </a:extLst>
                </a:gridCol>
                <a:gridCol w="2376275">
                  <a:extLst>
                    <a:ext uri="{9D8B030D-6E8A-4147-A177-3AD203B41FA5}">
                      <a16:colId xmlns:a16="http://schemas.microsoft.com/office/drawing/2014/main" val="20001"/>
                    </a:ext>
                  </a:extLst>
                </a:gridCol>
                <a:gridCol w="2520275">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u="none" strike="noStrike" cap="none" dirty="0"/>
                        <a:t>Group No.- </a:t>
                      </a:r>
                      <a:r>
                        <a:rPr lang="en-US" sz="1800" u="none" strike="noStrike" cap="none" dirty="0">
                          <a:solidFill>
                            <a:srgbClr val="F2A40D"/>
                          </a:solidFill>
                        </a:rPr>
                        <a:t>15</a:t>
                      </a:r>
                      <a:endParaRPr dirty="0"/>
                    </a:p>
                  </a:txBody>
                  <a:tcPr marL="91450" marR="91450" marT="45725" marB="45725"/>
                </a:tc>
                <a:tc>
                  <a:txBody>
                    <a:bodyPr/>
                    <a:lstStyle/>
                    <a:p>
                      <a:pPr marL="0" marR="0" lvl="0" indent="0" algn="l" rtl="0">
                        <a:spcBef>
                          <a:spcPts val="0"/>
                        </a:spcBef>
                        <a:spcAft>
                          <a:spcPts val="0"/>
                        </a:spcAft>
                        <a:buNone/>
                      </a:pPr>
                      <a:r>
                        <a:rPr lang="en-US" sz="1800"/>
                        <a:t>Registration No</a:t>
                      </a:r>
                      <a:endParaRPr/>
                    </a:p>
                  </a:txBody>
                  <a:tcPr marL="91450" marR="91450" marT="45725" marB="45725"/>
                </a:tc>
                <a:tc>
                  <a:txBody>
                    <a:bodyPr/>
                    <a:lstStyle/>
                    <a:p>
                      <a:pPr marL="0" marR="0" lvl="0" indent="0" algn="l" rtl="0">
                        <a:spcBef>
                          <a:spcPts val="0"/>
                        </a:spcBef>
                        <a:spcAft>
                          <a:spcPts val="0"/>
                        </a:spcAft>
                        <a:buNone/>
                      </a:pPr>
                      <a:r>
                        <a:rPr lang="en-US" sz="1800"/>
                        <a:t>PRN</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Sahil Vilas Bhatkar</a:t>
                      </a:r>
                      <a:endParaRPr/>
                    </a:p>
                  </a:txBody>
                  <a:tcPr marL="91450" marR="91450" marT="45725" marB="45725"/>
                </a:tc>
                <a:tc>
                  <a:txBody>
                    <a:bodyPr/>
                    <a:lstStyle/>
                    <a:p>
                      <a:pPr marL="0" marR="0" lvl="0" indent="0" algn="l" rtl="0">
                        <a:spcBef>
                          <a:spcPts val="0"/>
                        </a:spcBef>
                        <a:spcAft>
                          <a:spcPts val="0"/>
                        </a:spcAft>
                        <a:buNone/>
                      </a:pPr>
                      <a:r>
                        <a:rPr lang="en-US" sz="1800"/>
                        <a:t>T-22-0048</a:t>
                      </a:r>
                      <a:endParaRPr/>
                    </a:p>
                  </a:txBody>
                  <a:tcPr marL="91450" marR="91450" marT="45725" marB="45725"/>
                </a:tc>
                <a:tc>
                  <a:txBody>
                    <a:bodyPr/>
                    <a:lstStyle/>
                    <a:p>
                      <a:pPr marL="0" marR="0" lvl="0" indent="0" algn="l" rtl="0">
                        <a:spcBef>
                          <a:spcPts val="0"/>
                        </a:spcBef>
                        <a:spcAft>
                          <a:spcPts val="0"/>
                        </a:spcAft>
                        <a:buNone/>
                      </a:pPr>
                      <a:r>
                        <a:rPr lang="en-US" sz="1800"/>
                        <a:t>2022016402122777</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a:t>Aditya Shankar Dhuri</a:t>
                      </a:r>
                      <a:endParaRPr sz="1800"/>
                    </a:p>
                  </a:txBody>
                  <a:tcPr marL="91450" marR="91450" marT="45725" marB="45725"/>
                </a:tc>
                <a:tc>
                  <a:txBody>
                    <a:bodyPr/>
                    <a:lstStyle/>
                    <a:p>
                      <a:pPr marL="0" marR="0" lvl="0" indent="0" algn="l" rtl="0">
                        <a:spcBef>
                          <a:spcPts val="0"/>
                        </a:spcBef>
                        <a:spcAft>
                          <a:spcPts val="0"/>
                        </a:spcAft>
                        <a:buNone/>
                      </a:pPr>
                      <a:r>
                        <a:rPr lang="en-US" sz="1800"/>
                        <a:t>T-22-0108</a:t>
                      </a:r>
                      <a:endParaRPr/>
                    </a:p>
                  </a:txBody>
                  <a:tcPr marL="91450" marR="91450" marT="45725" marB="45725"/>
                </a:tc>
                <a:tc>
                  <a:txBody>
                    <a:bodyPr/>
                    <a:lstStyle/>
                    <a:p>
                      <a:pPr marL="0" marR="0" lvl="0" indent="0" algn="l" rtl="0">
                        <a:spcBef>
                          <a:spcPts val="0"/>
                        </a:spcBef>
                        <a:spcAft>
                          <a:spcPts val="0"/>
                        </a:spcAft>
                        <a:buNone/>
                      </a:pPr>
                      <a:r>
                        <a:rPr lang="en-US" sz="1800"/>
                        <a:t>2022016402127844</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a:t>Mayur Balasaheb Garje</a:t>
                      </a:r>
                      <a:endParaRPr/>
                    </a:p>
                  </a:txBody>
                  <a:tcPr marL="91450" marR="91450" marT="45725" marB="45725"/>
                </a:tc>
                <a:tc>
                  <a:txBody>
                    <a:bodyPr/>
                    <a:lstStyle/>
                    <a:p>
                      <a:pPr marL="0" marR="0" lvl="0" indent="0" algn="l" rtl="0">
                        <a:spcBef>
                          <a:spcPts val="0"/>
                        </a:spcBef>
                        <a:spcAft>
                          <a:spcPts val="0"/>
                        </a:spcAft>
                        <a:buNone/>
                      </a:pPr>
                      <a:r>
                        <a:rPr lang="en-US" sz="1800"/>
                        <a:t>T-22-0247</a:t>
                      </a:r>
                      <a:endParaRPr/>
                    </a:p>
                  </a:txBody>
                  <a:tcPr marL="91450" marR="91450" marT="45725" marB="45725"/>
                </a:tc>
                <a:tc>
                  <a:txBody>
                    <a:bodyPr/>
                    <a:lstStyle/>
                    <a:p>
                      <a:pPr marL="0" marR="0" lvl="0" indent="0" algn="l" rtl="0">
                        <a:spcBef>
                          <a:spcPts val="0"/>
                        </a:spcBef>
                        <a:spcAft>
                          <a:spcPts val="0"/>
                        </a:spcAft>
                        <a:buNone/>
                      </a:pPr>
                      <a:r>
                        <a:rPr lang="en-US" sz="1800" dirty="0"/>
                        <a:t>2022016402131664</a:t>
                      </a:r>
                      <a:endParaRPr dirty="0"/>
                    </a:p>
                  </a:txBody>
                  <a:tcPr marL="91450" marR="91450" marT="45725" marB="45725"/>
                </a:tc>
                <a:extLst>
                  <a:ext uri="{0D108BD9-81ED-4DB2-BD59-A6C34878D82A}">
                    <a16:rowId xmlns:a16="http://schemas.microsoft.com/office/drawing/2014/main" val="10003"/>
                  </a:ext>
                </a:extLst>
              </a:tr>
            </a:tbl>
          </a:graphicData>
        </a:graphic>
      </p:graphicFrame>
      <p:graphicFrame>
        <p:nvGraphicFramePr>
          <p:cNvPr id="277" name="Google Shape;277;p2"/>
          <p:cNvGraphicFramePr/>
          <p:nvPr>
            <p:extLst>
              <p:ext uri="{D42A27DB-BD31-4B8C-83A1-F6EECF244321}">
                <p14:modId xmlns:p14="http://schemas.microsoft.com/office/powerpoint/2010/main" val="2983420815"/>
              </p:ext>
            </p:extLst>
          </p:nvPr>
        </p:nvGraphicFramePr>
        <p:xfrm>
          <a:off x="899592" y="2787774"/>
          <a:ext cx="7344800" cy="1112550"/>
        </p:xfrm>
        <a:graphic>
          <a:graphicData uri="http://schemas.openxmlformats.org/drawingml/2006/table">
            <a:tbl>
              <a:tblPr firstRow="1" bandRow="1">
                <a:noFill/>
                <a:tableStyleId>{773D9453-3D1F-48BB-8D19-0919269DF974}</a:tableStyleId>
              </a:tblPr>
              <a:tblGrid>
                <a:gridCol w="3672400">
                  <a:extLst>
                    <a:ext uri="{9D8B030D-6E8A-4147-A177-3AD203B41FA5}">
                      <a16:colId xmlns:a16="http://schemas.microsoft.com/office/drawing/2014/main" val="20000"/>
                    </a:ext>
                  </a:extLst>
                </a:gridCol>
                <a:gridCol w="36724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t>Under the Guidance of</a:t>
                      </a:r>
                      <a:endParaRPr/>
                    </a:p>
                  </a:txBody>
                  <a:tcPr marL="91450" marR="91450" marT="45725" marB="45725"/>
                </a:tc>
                <a:tc>
                  <a:txBody>
                    <a:bodyPr/>
                    <a:lstStyle/>
                    <a:p>
                      <a:pPr marL="0" marR="0" lvl="0" indent="0" algn="l" rtl="0">
                        <a:spcBef>
                          <a:spcPts val="0"/>
                        </a:spcBef>
                        <a:spcAft>
                          <a:spcPts val="0"/>
                        </a:spcAft>
                        <a:buNone/>
                      </a:pPr>
                      <a:r>
                        <a:rPr lang="en-US" sz="1800"/>
                        <a:t>Affiliation and Designation</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Guide</a:t>
                      </a:r>
                      <a:endParaRPr/>
                    </a:p>
                  </a:txBody>
                  <a:tcPr marL="91450" marR="91450" marT="45725" marB="45725"/>
                </a:tc>
                <a:tc>
                  <a:txBody>
                    <a:bodyPr/>
                    <a:lstStyle/>
                    <a:p>
                      <a:pPr marL="0" marR="0" lvl="0" indent="0" algn="l" rtl="0">
                        <a:spcBef>
                          <a:spcPts val="0"/>
                        </a:spcBef>
                        <a:spcAft>
                          <a:spcPts val="0"/>
                        </a:spcAft>
                        <a:buNone/>
                      </a:pPr>
                      <a:r>
                        <a:rPr lang="en-US" sz="1800">
                          <a:solidFill>
                            <a:schemeClr val="dk1"/>
                          </a:solidFill>
                        </a:rPr>
                        <a:t>Prof. </a:t>
                      </a:r>
                      <a:r>
                        <a:rPr lang="en-US" sz="1800"/>
                        <a:t>S Sankareswari</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Industry Mentor</a:t>
                      </a:r>
                      <a:endParaRPr/>
                    </a:p>
                  </a:txBody>
                  <a:tcPr marL="91450" marR="91450" marT="45725" marB="45725"/>
                </a:tc>
                <a:tc>
                  <a:txBody>
                    <a:bodyPr/>
                    <a:lstStyle/>
                    <a:p>
                      <a:pPr marL="0" marR="0" lvl="0" indent="0" algn="l" rtl="0">
                        <a:spcBef>
                          <a:spcPts val="0"/>
                        </a:spcBef>
                        <a:spcAft>
                          <a:spcPts val="0"/>
                        </a:spcAft>
                        <a:buNone/>
                      </a:pPr>
                      <a:r>
                        <a:rPr lang="en-US" sz="1800" dirty="0"/>
                        <a:t>Mr. Pundalik Desai</a:t>
                      </a:r>
                      <a:endParaRPr sz="1800"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278" name="Google Shape;278;p2"/>
          <p:cNvGraphicFramePr/>
          <p:nvPr/>
        </p:nvGraphicFramePr>
        <p:xfrm>
          <a:off x="1043608" y="4033108"/>
          <a:ext cx="6744075" cy="842900"/>
        </p:xfrm>
        <a:graphic>
          <a:graphicData uri="http://schemas.openxmlformats.org/drawingml/2006/table">
            <a:tbl>
              <a:tblPr firstRow="1" bandRow="1">
                <a:noFill/>
                <a:tableStyleId>{62ADE25A-9D7A-4AF5-B94D-1231365E6B66}</a:tableStyleId>
              </a:tblPr>
              <a:tblGrid>
                <a:gridCol w="6744075">
                  <a:extLst>
                    <a:ext uri="{9D8B030D-6E8A-4147-A177-3AD203B41FA5}">
                      <a16:colId xmlns:a16="http://schemas.microsoft.com/office/drawing/2014/main" val="20000"/>
                    </a:ext>
                  </a:extLst>
                </a:gridCol>
              </a:tblGrid>
              <a:tr h="421450">
                <a:tc>
                  <a:txBody>
                    <a:bodyPr/>
                    <a:lstStyle/>
                    <a:p>
                      <a:pPr marL="0" marR="0" lvl="0" indent="0" algn="l" rtl="0">
                        <a:spcBef>
                          <a:spcPts val="0"/>
                        </a:spcBef>
                        <a:spcAft>
                          <a:spcPts val="0"/>
                        </a:spcAft>
                        <a:buNone/>
                      </a:pPr>
                      <a:r>
                        <a:rPr lang="en-US" sz="1000" b="1"/>
                        <a:t>Primary SDG – SDG 9: Industry, Innovation and Infrastructure</a:t>
                      </a:r>
                      <a:br>
                        <a:rPr lang="en-US" sz="1000"/>
                      </a:br>
                      <a:endParaRPr sz="1000"/>
                    </a:p>
                  </a:txBody>
                  <a:tcPr marL="91450" marR="91450" marT="45725" marB="45725"/>
                </a:tc>
                <a:extLst>
                  <a:ext uri="{0D108BD9-81ED-4DB2-BD59-A6C34878D82A}">
                    <a16:rowId xmlns:a16="http://schemas.microsoft.com/office/drawing/2014/main" val="10000"/>
                  </a:ext>
                </a:extLst>
              </a:tr>
              <a:tr h="421450">
                <a:tc>
                  <a:txBody>
                    <a:bodyPr/>
                    <a:lstStyle/>
                    <a:p>
                      <a:pPr marL="0" marR="0" lvl="0" indent="0" algn="l" rtl="0">
                        <a:spcBef>
                          <a:spcPts val="0"/>
                        </a:spcBef>
                        <a:spcAft>
                          <a:spcPts val="0"/>
                        </a:spcAft>
                        <a:buNone/>
                      </a:pPr>
                      <a:r>
                        <a:rPr lang="en-US" sz="1000" b="1"/>
                        <a:t>Secondary SDG – SDG 12: Responsible Consumption and Production</a:t>
                      </a:r>
                      <a:br>
                        <a:rPr lang="en-US" sz="1000"/>
                      </a:br>
                      <a:endParaRPr sz="1000"/>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
          <p:cNvSpPr txBox="1">
            <a:spLocks noGrp="1"/>
          </p:cNvSpPr>
          <p:nvPr>
            <p:ph type="body" idx="1"/>
          </p:nvPr>
        </p:nvSpPr>
        <p:spPr>
          <a:xfrm>
            <a:off x="0" y="123478"/>
            <a:ext cx="9144000" cy="57606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3600"/>
              <a:buNone/>
            </a:pPr>
            <a:endParaRPr/>
          </a:p>
        </p:txBody>
      </p:sp>
      <p:sp>
        <p:nvSpPr>
          <p:cNvPr id="284" name="Google Shape;284;p3"/>
          <p:cNvSpPr txBox="1">
            <a:spLocks noGrp="1"/>
          </p:cNvSpPr>
          <p:nvPr>
            <p:ph type="body" idx="2"/>
          </p:nvPr>
        </p:nvSpPr>
        <p:spPr>
          <a:xfrm>
            <a:off x="0" y="699542"/>
            <a:ext cx="9144000" cy="28803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3F3F3F"/>
              </a:buClr>
              <a:buSzPts val="1400"/>
              <a:buNone/>
            </a:pPr>
            <a:endParaRPr/>
          </a:p>
        </p:txBody>
      </p:sp>
      <p:grpSp>
        <p:nvGrpSpPr>
          <p:cNvPr id="285" name="Google Shape;285;p3"/>
          <p:cNvGrpSpPr/>
          <p:nvPr/>
        </p:nvGrpSpPr>
        <p:grpSpPr>
          <a:xfrm>
            <a:off x="683567" y="123478"/>
            <a:ext cx="7416825" cy="4752528"/>
            <a:chOff x="-1" y="0"/>
            <a:chExt cx="7416825" cy="4752528"/>
          </a:xfrm>
        </p:grpSpPr>
        <p:sp>
          <p:nvSpPr>
            <p:cNvPr id="286" name="Google Shape;286;p3"/>
            <p:cNvSpPr/>
            <p:nvPr/>
          </p:nvSpPr>
          <p:spPr>
            <a:xfrm rot="-5400000">
              <a:off x="666074" y="-666074"/>
              <a:ext cx="2376264" cy="3708412"/>
            </a:xfrm>
            <a:prstGeom prst="round1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txBox="1"/>
            <p:nvPr/>
          </p:nvSpPr>
          <p:spPr>
            <a:xfrm>
              <a:off x="-1" y="1"/>
              <a:ext cx="3708412" cy="1782198"/>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i="0">
                  <a:solidFill>
                    <a:schemeClr val="lt1"/>
                  </a:solidFill>
                  <a:latin typeface="Arial"/>
                  <a:ea typeface="Arial"/>
                  <a:cs typeface="Arial"/>
                  <a:sym typeface="Arial"/>
                </a:rPr>
                <a:t>Institute’s Vision</a:t>
              </a:r>
              <a:endParaRPr/>
            </a:p>
            <a:p>
              <a:pPr marL="0" marR="0" lvl="0" indent="0" algn="ctr" rtl="0">
                <a:lnSpc>
                  <a:spcPct val="90000"/>
                </a:lnSpc>
                <a:spcBef>
                  <a:spcPts val="420"/>
                </a:spcBef>
                <a:spcAft>
                  <a:spcPts val="0"/>
                </a:spcAft>
                <a:buClr>
                  <a:schemeClr val="lt1"/>
                </a:buClr>
                <a:buSzPts val="1200"/>
                <a:buFont typeface="Arial"/>
                <a:buNone/>
              </a:pPr>
              <a:r>
                <a:rPr lang="en-US" sz="1200" b="0">
                  <a:solidFill>
                    <a:schemeClr val="lt1"/>
                  </a:solidFill>
                  <a:latin typeface="Arial"/>
                  <a:ea typeface="Arial"/>
                  <a:cs typeface="Arial"/>
                  <a:sym typeface="Arial"/>
                </a:rPr>
                <a:t>The academy aspires to nurture </a:t>
              </a:r>
              <a:r>
                <a:rPr lang="en-US" sz="1200" b="1">
                  <a:solidFill>
                    <a:srgbClr val="FFD966"/>
                  </a:solidFill>
                  <a:latin typeface="Arial"/>
                  <a:ea typeface="Arial"/>
                  <a:cs typeface="Arial"/>
                  <a:sym typeface="Arial"/>
                </a:rPr>
                <a:t>students as leaders who are in tune with global trends</a:t>
              </a:r>
              <a:r>
                <a:rPr lang="en-US" sz="1200" b="0">
                  <a:solidFill>
                    <a:schemeClr val="lt1"/>
                  </a:solidFill>
                  <a:latin typeface="Arial"/>
                  <a:ea typeface="Arial"/>
                  <a:cs typeface="Arial"/>
                  <a:sym typeface="Arial"/>
                </a:rPr>
                <a:t>, equipped with </a:t>
              </a:r>
              <a:r>
                <a:rPr lang="en-US" sz="1200" b="1">
                  <a:solidFill>
                    <a:srgbClr val="FFD966"/>
                  </a:solidFill>
                  <a:latin typeface="Arial"/>
                  <a:ea typeface="Arial"/>
                  <a:cs typeface="Arial"/>
                  <a:sym typeface="Arial"/>
                </a:rPr>
                <a:t>engineering knowledge and practical skills</a:t>
              </a:r>
              <a:r>
                <a:rPr lang="en-US" sz="1200" b="0">
                  <a:solidFill>
                    <a:schemeClr val="lt1"/>
                  </a:solidFill>
                  <a:latin typeface="Arial"/>
                  <a:ea typeface="Arial"/>
                  <a:cs typeface="Arial"/>
                  <a:sym typeface="Arial"/>
                </a:rPr>
                <a:t>, to excel in creativity and innovation in order to play their part in technological advancement of the nation</a:t>
              </a:r>
              <a:r>
                <a:rPr lang="en-US" sz="1200" b="1">
                  <a:solidFill>
                    <a:schemeClr val="lt1"/>
                  </a:solidFill>
                  <a:latin typeface="Arial"/>
                  <a:ea typeface="Arial"/>
                  <a:cs typeface="Arial"/>
                  <a:sym typeface="Arial"/>
                </a:rPr>
                <a:t>.</a:t>
              </a:r>
              <a:endParaRPr sz="900">
                <a:solidFill>
                  <a:schemeClr val="lt1"/>
                </a:solidFill>
                <a:latin typeface="Arial"/>
                <a:ea typeface="Arial"/>
                <a:cs typeface="Arial"/>
                <a:sym typeface="Arial"/>
              </a:endParaRPr>
            </a:p>
          </p:txBody>
        </p:sp>
        <p:sp>
          <p:nvSpPr>
            <p:cNvPr id="288" name="Google Shape;288;p3"/>
            <p:cNvSpPr/>
            <p:nvPr/>
          </p:nvSpPr>
          <p:spPr>
            <a:xfrm>
              <a:off x="3708412" y="0"/>
              <a:ext cx="3708412" cy="2376264"/>
            </a:xfrm>
            <a:prstGeom prst="round1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txBox="1"/>
            <p:nvPr/>
          </p:nvSpPr>
          <p:spPr>
            <a:xfrm>
              <a:off x="3708412" y="0"/>
              <a:ext cx="3708412" cy="1782198"/>
            </a:xfrm>
            <a:prstGeom prst="rect">
              <a:avLst/>
            </a:prstGeom>
            <a:noFill/>
            <a:ln>
              <a:noFill/>
            </a:ln>
          </p:spPr>
          <p:txBody>
            <a:bodyPr spcFirstLastPara="1" wrap="square" lIns="85325" tIns="85325" rIns="85325" bIns="85325" anchor="ctr" anchorCtr="0">
              <a:noAutofit/>
            </a:bodyPr>
            <a:lstStyle/>
            <a:p>
              <a:pPr marL="0" marR="0" lvl="0" indent="0" algn="ctr" rtl="0">
                <a:lnSpc>
                  <a:spcPct val="90000"/>
                </a:lnSpc>
                <a:spcBef>
                  <a:spcPts val="0"/>
                </a:spcBef>
                <a:spcAft>
                  <a:spcPts val="0"/>
                </a:spcAft>
                <a:buClr>
                  <a:schemeClr val="lt1"/>
                </a:buClr>
                <a:buSzPts val="1200"/>
                <a:buFont typeface="Arial"/>
                <a:buNone/>
              </a:pPr>
              <a:r>
                <a:rPr lang="en-US" sz="1200" b="1">
                  <a:solidFill>
                    <a:schemeClr val="lt1"/>
                  </a:solidFill>
                  <a:latin typeface="Arial"/>
                  <a:ea typeface="Arial"/>
                  <a:cs typeface="Arial"/>
                  <a:sym typeface="Arial"/>
                </a:rPr>
                <a:t>Department’s Vision</a:t>
              </a:r>
              <a:endParaRPr sz="1200">
                <a:solidFill>
                  <a:schemeClr val="lt1"/>
                </a:solidFill>
                <a:latin typeface="Arial"/>
                <a:ea typeface="Arial"/>
                <a:cs typeface="Arial"/>
                <a:sym typeface="Arial"/>
              </a:endParaRPr>
            </a:p>
            <a:p>
              <a:pPr marL="0" marR="0" lvl="0" indent="0" algn="ctr" rtl="0">
                <a:lnSpc>
                  <a:spcPct val="90000"/>
                </a:lnSpc>
                <a:spcBef>
                  <a:spcPts val="420"/>
                </a:spcBef>
                <a:spcAft>
                  <a:spcPts val="0"/>
                </a:spcAft>
                <a:buClr>
                  <a:schemeClr val="lt1"/>
                </a:buClr>
                <a:buSzPts val="1200"/>
                <a:buFont typeface="Arial"/>
                <a:buNone/>
              </a:pPr>
              <a:r>
                <a:rPr lang="en-US" sz="1200">
                  <a:solidFill>
                    <a:schemeClr val="lt1"/>
                  </a:solidFill>
                  <a:latin typeface="Arial"/>
                  <a:ea typeface="Arial"/>
                  <a:cs typeface="Arial"/>
                  <a:sym typeface="Arial"/>
                </a:rPr>
                <a:t>To provide </a:t>
              </a:r>
              <a:r>
                <a:rPr lang="en-US" sz="1200" b="1">
                  <a:solidFill>
                    <a:schemeClr val="accent4"/>
                  </a:solidFill>
                  <a:latin typeface="Arial"/>
                  <a:ea typeface="Arial"/>
                  <a:cs typeface="Arial"/>
                  <a:sym typeface="Arial"/>
                </a:rPr>
                <a:t>excellent Information Technology</a:t>
              </a:r>
              <a:r>
                <a:rPr lang="en-US" sz="1200" b="1">
                  <a:solidFill>
                    <a:srgbClr val="D8E2F3"/>
                  </a:solidFill>
                  <a:latin typeface="Arial"/>
                  <a:ea typeface="Arial"/>
                  <a:cs typeface="Arial"/>
                  <a:sym typeface="Arial"/>
                </a:rPr>
                <a:t> </a:t>
              </a:r>
              <a:r>
                <a:rPr lang="en-US" sz="1200" b="1">
                  <a:solidFill>
                    <a:schemeClr val="accent4"/>
                  </a:solidFill>
                  <a:latin typeface="Arial"/>
                  <a:ea typeface="Arial"/>
                  <a:cs typeface="Arial"/>
                  <a:sym typeface="Arial"/>
                </a:rPr>
                <a:t>education</a:t>
              </a:r>
              <a:r>
                <a:rPr lang="en-US" sz="1200" b="1">
                  <a:solidFill>
                    <a:srgbClr val="D8E2F3"/>
                  </a:solidFill>
                  <a:latin typeface="Arial"/>
                  <a:ea typeface="Arial"/>
                  <a:cs typeface="Arial"/>
                  <a:sym typeface="Arial"/>
                </a:rPr>
                <a:t> </a:t>
              </a:r>
              <a:r>
                <a:rPr lang="en-US" sz="1200">
                  <a:solidFill>
                    <a:schemeClr val="lt1"/>
                  </a:solidFill>
                  <a:latin typeface="Arial"/>
                  <a:ea typeface="Arial"/>
                  <a:cs typeface="Arial"/>
                  <a:sym typeface="Arial"/>
                </a:rPr>
                <a:t>and aspire to nurture students as leaders who are in </a:t>
              </a:r>
              <a:r>
                <a:rPr lang="en-US" sz="1200" b="1">
                  <a:solidFill>
                    <a:schemeClr val="accent4"/>
                  </a:solidFill>
                  <a:latin typeface="Arial"/>
                  <a:ea typeface="Arial"/>
                  <a:cs typeface="Arial"/>
                  <a:sym typeface="Arial"/>
                </a:rPr>
                <a:t>tune with global IT Trends</a:t>
              </a:r>
              <a:endParaRPr sz="1200" b="1">
                <a:solidFill>
                  <a:schemeClr val="accent4"/>
                </a:solidFill>
                <a:latin typeface="Arial"/>
                <a:ea typeface="Arial"/>
                <a:cs typeface="Arial"/>
                <a:sym typeface="Arial"/>
              </a:endParaRPr>
            </a:p>
          </p:txBody>
        </p:sp>
        <p:sp>
          <p:nvSpPr>
            <p:cNvPr id="290" name="Google Shape;290;p3"/>
            <p:cNvSpPr/>
            <p:nvPr/>
          </p:nvSpPr>
          <p:spPr>
            <a:xfrm rot="10800000">
              <a:off x="0" y="2376264"/>
              <a:ext cx="3708412" cy="2376264"/>
            </a:xfrm>
            <a:prstGeom prst="round1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txBox="1"/>
            <p:nvPr/>
          </p:nvSpPr>
          <p:spPr>
            <a:xfrm>
              <a:off x="0" y="2970329"/>
              <a:ext cx="3708412" cy="1782198"/>
            </a:xfrm>
            <a:prstGeom prst="rect">
              <a:avLst/>
            </a:prstGeom>
            <a:noFill/>
            <a:ln>
              <a:noFill/>
            </a:ln>
          </p:spPr>
          <p:txBody>
            <a:bodyPr spcFirstLastPara="1" wrap="square" lIns="78225" tIns="78225" rIns="78225" bIns="78225" anchor="ctr" anchorCtr="0">
              <a:noAutofit/>
            </a:bodyPr>
            <a:lstStyle/>
            <a:p>
              <a:pPr marL="0" marR="0" lvl="0" indent="0" algn="ctr" rtl="0">
                <a:lnSpc>
                  <a:spcPct val="90000"/>
                </a:lnSpc>
                <a:spcBef>
                  <a:spcPts val="0"/>
                </a:spcBef>
                <a:spcAft>
                  <a:spcPts val="0"/>
                </a:spcAft>
                <a:buClr>
                  <a:schemeClr val="lt1"/>
                </a:buClr>
                <a:buSzPts val="1050"/>
                <a:buFont typeface="Arial"/>
                <a:buNone/>
              </a:pPr>
              <a:r>
                <a:rPr lang="en-US" sz="1050" b="1" i="0">
                  <a:solidFill>
                    <a:schemeClr val="lt1"/>
                  </a:solidFill>
                  <a:latin typeface="Arial"/>
                  <a:ea typeface="Arial"/>
                  <a:cs typeface="Arial"/>
                  <a:sym typeface="Arial"/>
                </a:rPr>
                <a:t>Institute’s Mission</a:t>
              </a:r>
              <a:endParaRPr/>
            </a:p>
            <a:p>
              <a:pPr marL="0" marR="0" lvl="0" indent="0" algn="ctr" rtl="0">
                <a:lnSpc>
                  <a:spcPct val="90000"/>
                </a:lnSpc>
                <a:spcBef>
                  <a:spcPts val="368"/>
                </a:spcBef>
                <a:spcAft>
                  <a:spcPts val="0"/>
                </a:spcAft>
                <a:buClr>
                  <a:schemeClr val="lt1"/>
                </a:buClr>
                <a:buSzPts val="900"/>
                <a:buFont typeface="Arial"/>
                <a:buNone/>
              </a:pPr>
              <a:r>
                <a:rPr lang="en-US" sz="900">
                  <a:solidFill>
                    <a:schemeClr val="lt1"/>
                  </a:solidFill>
                  <a:latin typeface="Arial"/>
                  <a:ea typeface="Arial"/>
                  <a:cs typeface="Arial"/>
                  <a:sym typeface="Arial"/>
                </a:rPr>
                <a:t>To become </a:t>
              </a:r>
              <a:r>
                <a:rPr lang="en-US" sz="900" b="1">
                  <a:solidFill>
                    <a:srgbClr val="FFD966"/>
                  </a:solidFill>
                  <a:latin typeface="Arial"/>
                  <a:ea typeface="Arial"/>
                  <a:cs typeface="Arial"/>
                  <a:sym typeface="Arial"/>
                </a:rPr>
                <a:t>foremost seat of advanced technical learning </a:t>
              </a:r>
              <a:r>
                <a:rPr lang="en-US" sz="900">
                  <a:solidFill>
                    <a:schemeClr val="lt1"/>
                  </a:solidFill>
                  <a:latin typeface="Arial"/>
                  <a:ea typeface="Arial"/>
                  <a:cs typeface="Arial"/>
                  <a:sym typeface="Arial"/>
                </a:rPr>
                <a:t>as a center of excellence in the region.</a:t>
              </a:r>
              <a:endParaRPr/>
            </a:p>
            <a:p>
              <a:pPr marL="0" marR="0" lvl="0" indent="0" algn="ctr" rtl="0">
                <a:lnSpc>
                  <a:spcPct val="90000"/>
                </a:lnSpc>
                <a:spcBef>
                  <a:spcPts val="315"/>
                </a:spcBef>
                <a:spcAft>
                  <a:spcPts val="0"/>
                </a:spcAft>
                <a:buClr>
                  <a:schemeClr val="lt1"/>
                </a:buClr>
                <a:buSzPts val="900"/>
                <a:buFont typeface="Arial"/>
                <a:buNone/>
              </a:pPr>
              <a:r>
                <a:rPr lang="en-US" sz="900">
                  <a:solidFill>
                    <a:schemeClr val="lt1"/>
                  </a:solidFill>
                  <a:latin typeface="Arial"/>
                  <a:ea typeface="Arial"/>
                  <a:cs typeface="Arial"/>
                  <a:sym typeface="Arial"/>
                </a:rPr>
                <a:t>To offer state of the art facilities </a:t>
              </a:r>
              <a:r>
                <a:rPr lang="en-US" sz="900" b="1">
                  <a:solidFill>
                    <a:schemeClr val="lt1"/>
                  </a:solidFill>
                  <a:latin typeface="Arial"/>
                  <a:ea typeface="Arial"/>
                  <a:cs typeface="Arial"/>
                  <a:sym typeface="Arial"/>
                </a:rPr>
                <a:t>and </a:t>
              </a:r>
              <a:r>
                <a:rPr lang="en-US" sz="900" b="1">
                  <a:solidFill>
                    <a:srgbClr val="FFD966"/>
                  </a:solidFill>
                  <a:latin typeface="Arial"/>
                  <a:ea typeface="Arial"/>
                  <a:cs typeface="Arial"/>
                  <a:sym typeface="Arial"/>
                </a:rPr>
                <a:t>quality education at affordable cost</a:t>
              </a:r>
              <a:endParaRPr/>
            </a:p>
            <a:p>
              <a:pPr marL="0" marR="0" lvl="0" indent="0" algn="ctr" rtl="0">
                <a:lnSpc>
                  <a:spcPct val="90000"/>
                </a:lnSpc>
                <a:spcBef>
                  <a:spcPts val="315"/>
                </a:spcBef>
                <a:spcAft>
                  <a:spcPts val="0"/>
                </a:spcAft>
                <a:buClr>
                  <a:schemeClr val="lt1"/>
                </a:buClr>
                <a:buSzPts val="900"/>
                <a:buFont typeface="Arial"/>
                <a:buNone/>
              </a:pPr>
              <a:r>
                <a:rPr lang="en-US" sz="900">
                  <a:solidFill>
                    <a:schemeClr val="lt1"/>
                  </a:solidFill>
                  <a:latin typeface="Arial"/>
                  <a:ea typeface="Arial"/>
                  <a:cs typeface="Arial"/>
                  <a:sym typeface="Arial"/>
                </a:rPr>
                <a:t>To inculcate in students the culture of ‘</a:t>
              </a:r>
              <a:r>
                <a:rPr lang="en-US" sz="900" b="1">
                  <a:solidFill>
                    <a:srgbClr val="FFD966"/>
                  </a:solidFill>
                  <a:latin typeface="Arial"/>
                  <a:ea typeface="Arial"/>
                  <a:cs typeface="Arial"/>
                  <a:sym typeface="Arial"/>
                </a:rPr>
                <a:t>Play Hard and Play Fair</a:t>
              </a:r>
              <a:r>
                <a:rPr lang="en-US" sz="900">
                  <a:solidFill>
                    <a:schemeClr val="lt1"/>
                  </a:solidFill>
                  <a:latin typeface="Arial"/>
                  <a:ea typeface="Arial"/>
                  <a:cs typeface="Arial"/>
                  <a:sym typeface="Arial"/>
                </a:rPr>
                <a:t>’.</a:t>
              </a:r>
              <a:endParaRPr/>
            </a:p>
            <a:p>
              <a:pPr marL="0" marR="0" lvl="0" indent="0" algn="ctr" rtl="0">
                <a:lnSpc>
                  <a:spcPct val="90000"/>
                </a:lnSpc>
                <a:spcBef>
                  <a:spcPts val="315"/>
                </a:spcBef>
                <a:spcAft>
                  <a:spcPts val="0"/>
                </a:spcAft>
                <a:buClr>
                  <a:schemeClr val="lt1"/>
                </a:buClr>
                <a:buSzPts val="900"/>
                <a:buFont typeface="Arial"/>
                <a:buNone/>
              </a:pPr>
              <a:r>
                <a:rPr lang="en-US" sz="900">
                  <a:solidFill>
                    <a:schemeClr val="lt1"/>
                  </a:solidFill>
                  <a:latin typeface="Arial"/>
                  <a:ea typeface="Arial"/>
                  <a:cs typeface="Arial"/>
                  <a:sym typeface="Arial"/>
                </a:rPr>
                <a:t>To advance sustainable development in the region through </a:t>
              </a:r>
              <a:r>
                <a:rPr lang="en-US" sz="900" b="0">
                  <a:solidFill>
                    <a:schemeClr val="lt1"/>
                  </a:solidFill>
                  <a:latin typeface="Arial"/>
                  <a:ea typeface="Arial"/>
                  <a:cs typeface="Arial"/>
                  <a:sym typeface="Arial"/>
                </a:rPr>
                <a:t>opportunities for </a:t>
              </a:r>
              <a:r>
                <a:rPr lang="en-US" sz="900" b="1">
                  <a:solidFill>
                    <a:srgbClr val="FFD966"/>
                  </a:solidFill>
                  <a:latin typeface="Arial"/>
                  <a:ea typeface="Arial"/>
                  <a:cs typeface="Arial"/>
                  <a:sym typeface="Arial"/>
                </a:rPr>
                <a:t>entrepreneurship and industry-institute interaction</a:t>
              </a:r>
              <a:r>
                <a:rPr lang="en-US" sz="900">
                  <a:solidFill>
                    <a:schemeClr val="lt1"/>
                  </a:solidFill>
                  <a:latin typeface="Arial"/>
                  <a:ea typeface="Arial"/>
                  <a:cs typeface="Arial"/>
                  <a:sym typeface="Arial"/>
                </a:rPr>
                <a:t>.</a:t>
              </a:r>
              <a:endParaRPr/>
            </a:p>
            <a:p>
              <a:pPr marL="0" marR="0" lvl="0" indent="0" algn="ctr" rtl="0">
                <a:lnSpc>
                  <a:spcPct val="90000"/>
                </a:lnSpc>
                <a:spcBef>
                  <a:spcPts val="315"/>
                </a:spcBef>
                <a:spcAft>
                  <a:spcPts val="0"/>
                </a:spcAft>
                <a:buClr>
                  <a:schemeClr val="lt1"/>
                </a:buClr>
                <a:buSzPts val="900"/>
                <a:buFont typeface="Arial"/>
                <a:buNone/>
              </a:pPr>
              <a:r>
                <a:rPr lang="en-US" sz="900">
                  <a:solidFill>
                    <a:schemeClr val="lt1"/>
                  </a:solidFill>
                  <a:latin typeface="Arial"/>
                  <a:ea typeface="Arial"/>
                  <a:cs typeface="Arial"/>
                  <a:sym typeface="Arial"/>
                </a:rPr>
                <a:t>To create a generation of young professionals who appreciate in all its aspects the necessity of balance between </a:t>
              </a:r>
              <a:r>
                <a:rPr lang="en-US" sz="900" b="1">
                  <a:solidFill>
                    <a:srgbClr val="FFD966"/>
                  </a:solidFill>
                  <a:latin typeface="Arial"/>
                  <a:ea typeface="Arial"/>
                  <a:cs typeface="Arial"/>
                  <a:sym typeface="Arial"/>
                </a:rPr>
                <a:t>technological advances and traditional values</a:t>
              </a:r>
              <a:r>
                <a:rPr lang="en-US" sz="900" b="1">
                  <a:solidFill>
                    <a:schemeClr val="lt1"/>
                  </a:solidFill>
                  <a:latin typeface="Arial"/>
                  <a:ea typeface="Arial"/>
                  <a:cs typeface="Arial"/>
                  <a:sym typeface="Arial"/>
                </a:rPr>
                <a:t>.</a:t>
              </a:r>
              <a:endParaRPr sz="900" b="1">
                <a:solidFill>
                  <a:schemeClr val="lt1"/>
                </a:solidFill>
                <a:latin typeface="Arial"/>
                <a:ea typeface="Arial"/>
                <a:cs typeface="Arial"/>
                <a:sym typeface="Arial"/>
              </a:endParaRPr>
            </a:p>
          </p:txBody>
        </p:sp>
        <p:sp>
          <p:nvSpPr>
            <p:cNvPr id="292" name="Google Shape;292;p3"/>
            <p:cNvSpPr/>
            <p:nvPr/>
          </p:nvSpPr>
          <p:spPr>
            <a:xfrm rot="5400000">
              <a:off x="4374486" y="1710190"/>
              <a:ext cx="2376264" cy="3708412"/>
            </a:xfrm>
            <a:prstGeom prst="round1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txBox="1"/>
            <p:nvPr/>
          </p:nvSpPr>
          <p:spPr>
            <a:xfrm>
              <a:off x="3708412" y="2970330"/>
              <a:ext cx="3708412" cy="1782198"/>
            </a:xfrm>
            <a:prstGeom prst="rect">
              <a:avLst/>
            </a:prstGeom>
            <a:noFill/>
            <a:ln>
              <a:noFill/>
            </a:ln>
          </p:spPr>
          <p:txBody>
            <a:bodyPr spcFirstLastPara="1" wrap="square" lIns="78225" tIns="78225" rIns="78225" bIns="78225"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i="0">
                  <a:solidFill>
                    <a:schemeClr val="lt1"/>
                  </a:solidFill>
                  <a:latin typeface="Arial"/>
                  <a:ea typeface="Arial"/>
                  <a:cs typeface="Arial"/>
                  <a:sym typeface="Arial"/>
                </a:rPr>
                <a:t>Department’s Mission</a:t>
              </a:r>
              <a:endParaRPr sz="1100" b="1">
                <a:solidFill>
                  <a:schemeClr val="lt1"/>
                </a:solidFill>
                <a:latin typeface="Arial"/>
                <a:ea typeface="Arial"/>
                <a:cs typeface="Arial"/>
                <a:sym typeface="Arial"/>
              </a:endParaRPr>
            </a:p>
            <a:p>
              <a:pPr marL="0" marR="0" lvl="0" indent="0" algn="ctr" rtl="0">
                <a:lnSpc>
                  <a:spcPct val="90000"/>
                </a:lnSpc>
                <a:spcBef>
                  <a:spcPts val="385"/>
                </a:spcBef>
                <a:spcAft>
                  <a:spcPts val="0"/>
                </a:spcAft>
                <a:buClr>
                  <a:schemeClr val="lt1"/>
                </a:buClr>
                <a:buSzPts val="1100"/>
                <a:buFont typeface="Arial"/>
                <a:buNone/>
              </a:pPr>
              <a:r>
                <a:rPr lang="en-US" sz="1100" b="1">
                  <a:solidFill>
                    <a:schemeClr val="lt1"/>
                  </a:solidFill>
                  <a:latin typeface="Arial"/>
                  <a:ea typeface="Arial"/>
                  <a:cs typeface="Arial"/>
                  <a:sym typeface="Arial"/>
                </a:rPr>
                <a:t>M1-</a:t>
              </a:r>
              <a:r>
                <a:rPr lang="en-US" sz="1100">
                  <a:solidFill>
                    <a:schemeClr val="lt1"/>
                  </a:solidFill>
                  <a:latin typeface="Arial"/>
                  <a:ea typeface="Arial"/>
                  <a:cs typeface="Arial"/>
                  <a:sym typeface="Arial"/>
                </a:rPr>
                <a:t>To Enrich students by rigorously implementing </a:t>
              </a:r>
              <a:r>
                <a:rPr lang="en-US" sz="1100" b="1">
                  <a:solidFill>
                    <a:srgbClr val="FFC000"/>
                  </a:solidFill>
                  <a:latin typeface="Arial"/>
                  <a:ea typeface="Arial"/>
                  <a:cs typeface="Arial"/>
                  <a:sym typeface="Arial"/>
                </a:rPr>
                <a:t>quality education </a:t>
              </a:r>
              <a:r>
                <a:rPr lang="en-US" sz="1100" b="1">
                  <a:solidFill>
                    <a:schemeClr val="lt1"/>
                  </a:solidFill>
                  <a:latin typeface="Arial"/>
                  <a:ea typeface="Arial"/>
                  <a:cs typeface="Arial"/>
                  <a:sym typeface="Arial"/>
                </a:rPr>
                <a:t>(Knowledge)</a:t>
              </a:r>
              <a:endParaRPr/>
            </a:p>
            <a:p>
              <a:pPr marL="0" marR="0" lvl="0" indent="0" algn="ctr" rtl="0">
                <a:lnSpc>
                  <a:spcPct val="90000"/>
                </a:lnSpc>
                <a:spcBef>
                  <a:spcPts val="385"/>
                </a:spcBef>
                <a:spcAft>
                  <a:spcPts val="0"/>
                </a:spcAft>
                <a:buClr>
                  <a:schemeClr val="lt1"/>
                </a:buClr>
                <a:buSzPts val="1100"/>
                <a:buFont typeface="Arial"/>
                <a:buNone/>
              </a:pPr>
              <a:r>
                <a:rPr lang="en-US" sz="1100" b="1">
                  <a:solidFill>
                    <a:schemeClr val="lt1"/>
                  </a:solidFill>
                  <a:latin typeface="Arial"/>
                  <a:ea typeface="Arial"/>
                  <a:cs typeface="Arial"/>
                  <a:sym typeface="Arial"/>
                </a:rPr>
                <a:t>M2-</a:t>
              </a:r>
              <a:r>
                <a:rPr lang="en-US" sz="1100">
                  <a:solidFill>
                    <a:schemeClr val="lt1"/>
                  </a:solidFill>
                  <a:latin typeface="Arial"/>
                  <a:ea typeface="Arial"/>
                  <a:cs typeface="Arial"/>
                  <a:sym typeface="Arial"/>
                </a:rPr>
                <a:t>To empower the students with the required skills to solve </a:t>
              </a:r>
              <a:r>
                <a:rPr lang="en-US" sz="1100" b="1">
                  <a:solidFill>
                    <a:srgbClr val="FFC000"/>
                  </a:solidFill>
                  <a:latin typeface="Arial"/>
                  <a:ea typeface="Arial"/>
                  <a:cs typeface="Arial"/>
                  <a:sym typeface="Arial"/>
                </a:rPr>
                <a:t>the complex problems of modern society </a:t>
              </a:r>
              <a:r>
                <a:rPr lang="en-US" sz="1100">
                  <a:solidFill>
                    <a:schemeClr val="lt1"/>
                  </a:solidFill>
                  <a:latin typeface="Arial"/>
                  <a:ea typeface="Arial"/>
                  <a:cs typeface="Arial"/>
                  <a:sym typeface="Arial"/>
                </a:rPr>
                <a:t>by following </a:t>
              </a:r>
              <a:r>
                <a:rPr lang="en-US" sz="1100" b="1">
                  <a:solidFill>
                    <a:srgbClr val="FFC000"/>
                  </a:solidFill>
                  <a:latin typeface="Arial"/>
                  <a:ea typeface="Arial"/>
                  <a:cs typeface="Arial"/>
                  <a:sym typeface="Arial"/>
                </a:rPr>
                <a:t>collaborative, multidisciplinary and sustainable activities </a:t>
              </a:r>
              <a:r>
                <a:rPr lang="en-US" sz="1100" b="1">
                  <a:solidFill>
                    <a:schemeClr val="lt1"/>
                  </a:solidFill>
                  <a:latin typeface="Arial"/>
                  <a:ea typeface="Arial"/>
                  <a:cs typeface="Arial"/>
                  <a:sym typeface="Arial"/>
                </a:rPr>
                <a:t>(Skills)</a:t>
              </a:r>
              <a:endParaRPr/>
            </a:p>
            <a:p>
              <a:pPr marL="0" marR="0" lvl="0" indent="0" algn="ctr" rtl="0">
                <a:lnSpc>
                  <a:spcPct val="90000"/>
                </a:lnSpc>
                <a:spcBef>
                  <a:spcPts val="385"/>
                </a:spcBef>
                <a:spcAft>
                  <a:spcPts val="0"/>
                </a:spcAft>
                <a:buClr>
                  <a:schemeClr val="lt1"/>
                </a:buClr>
                <a:buSzPts val="1100"/>
                <a:buFont typeface="Arial"/>
                <a:buNone/>
              </a:pPr>
              <a:r>
                <a:rPr lang="en-US" sz="1100" b="1">
                  <a:solidFill>
                    <a:schemeClr val="lt1"/>
                  </a:solidFill>
                  <a:latin typeface="Arial"/>
                  <a:ea typeface="Arial"/>
                  <a:cs typeface="Arial"/>
                  <a:sym typeface="Arial"/>
                </a:rPr>
                <a:t>M3-</a:t>
              </a:r>
              <a:r>
                <a:rPr lang="en-US" sz="1100">
                  <a:solidFill>
                    <a:schemeClr val="lt1"/>
                  </a:solidFill>
                  <a:latin typeface="Arial"/>
                  <a:ea typeface="Arial"/>
                  <a:cs typeface="Arial"/>
                  <a:sym typeface="Arial"/>
                </a:rPr>
                <a:t>To imbibe professional </a:t>
              </a:r>
              <a:r>
                <a:rPr lang="en-US" sz="1100" b="1">
                  <a:solidFill>
                    <a:srgbClr val="FFC000"/>
                  </a:solidFill>
                  <a:latin typeface="Arial"/>
                  <a:ea typeface="Arial"/>
                  <a:cs typeface="Arial"/>
                  <a:sym typeface="Arial"/>
                </a:rPr>
                <a:t>ethics and social values in the students and make them responsible citizens </a:t>
              </a:r>
              <a:r>
                <a:rPr lang="en-US" sz="1100" b="1">
                  <a:solidFill>
                    <a:schemeClr val="lt1"/>
                  </a:solidFill>
                  <a:latin typeface="Arial"/>
                  <a:ea typeface="Arial"/>
                  <a:cs typeface="Arial"/>
                  <a:sym typeface="Arial"/>
                </a:rPr>
                <a:t>(Attitude)</a:t>
              </a:r>
              <a:endParaRPr sz="1100">
                <a:solidFill>
                  <a:schemeClr val="lt1"/>
                </a:solidFill>
                <a:latin typeface="Arial"/>
                <a:ea typeface="Arial"/>
                <a:cs typeface="Arial"/>
                <a:sym typeface="Arial"/>
              </a:endParaRPr>
            </a:p>
          </p:txBody>
        </p:sp>
        <p:sp>
          <p:nvSpPr>
            <p:cNvPr id="294" name="Google Shape;294;p3"/>
            <p:cNvSpPr/>
            <p:nvPr/>
          </p:nvSpPr>
          <p:spPr>
            <a:xfrm>
              <a:off x="2595888" y="1782198"/>
              <a:ext cx="2225047" cy="1188132"/>
            </a:xfrm>
            <a:prstGeom prst="roundRect">
              <a:avLst>
                <a:gd name="adj" fmla="val 16667"/>
              </a:avLst>
            </a:prstGeom>
            <a:solidFill>
              <a:srgbClr val="7030A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txBox="1"/>
            <p:nvPr/>
          </p:nvSpPr>
          <p:spPr>
            <a:xfrm>
              <a:off x="2653888" y="1840198"/>
              <a:ext cx="2109047" cy="1072132"/>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Vision and Mission Statements </a:t>
              </a:r>
              <a:endParaRPr sz="1600">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
          <p:cNvSpPr txBox="1">
            <a:spLocks noGrp="1"/>
          </p:cNvSpPr>
          <p:nvPr>
            <p:ph type="title"/>
          </p:nvPr>
        </p:nvSpPr>
        <p:spPr>
          <a:xfrm>
            <a:off x="628650" y="122611"/>
            <a:ext cx="8515350" cy="55429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Arial"/>
              <a:buNone/>
            </a:pPr>
            <a:r>
              <a:rPr lang="en-US" sz="2800"/>
              <a:t>Program Educational Objectives (PEOs)</a:t>
            </a:r>
            <a:endParaRPr sz="2800"/>
          </a:p>
        </p:txBody>
      </p:sp>
      <p:grpSp>
        <p:nvGrpSpPr>
          <p:cNvPr id="302" name="Google Shape;302;p4"/>
          <p:cNvGrpSpPr/>
          <p:nvPr/>
        </p:nvGrpSpPr>
        <p:grpSpPr>
          <a:xfrm>
            <a:off x="1804468" y="1585108"/>
            <a:ext cx="2840649" cy="904025"/>
            <a:chOff x="2395432" y="2441414"/>
            <a:chExt cx="3787532" cy="1205367"/>
          </a:xfrm>
        </p:grpSpPr>
        <p:sp>
          <p:nvSpPr>
            <p:cNvPr id="303" name="Google Shape;303;p4"/>
            <p:cNvSpPr/>
            <p:nvPr/>
          </p:nvSpPr>
          <p:spPr>
            <a:xfrm>
              <a:off x="5261207" y="2441414"/>
              <a:ext cx="921757" cy="1205367"/>
            </a:xfrm>
            <a:custGeom>
              <a:avLst/>
              <a:gdLst/>
              <a:ahLst/>
              <a:cxnLst/>
              <a:rect l="l" t="t" r="r" b="b"/>
              <a:pathLst>
                <a:path w="21600" h="21600" extrusionOk="0">
                  <a:moveTo>
                    <a:pt x="10800" y="0"/>
                  </a:moveTo>
                  <a:lnTo>
                    <a:pt x="21600" y="10800"/>
                  </a:lnTo>
                  <a:lnTo>
                    <a:pt x="10800" y="21600"/>
                  </a:lnTo>
                  <a:lnTo>
                    <a:pt x="0" y="10800"/>
                  </a:lnTo>
                  <a:close/>
                </a:path>
              </a:pathLst>
            </a:custGeom>
            <a:solidFill>
              <a:srgbClr val="2E75B5"/>
            </a:solidFill>
            <a:ln>
              <a:noFill/>
            </a:ln>
          </p:spPr>
          <p:txBody>
            <a:bodyPr spcFirstLastPara="1" wrap="square" lIns="28575" tIns="171450" rIns="28575" bIns="28575" anchor="ctr" anchorCtr="0">
              <a:noAutofit/>
            </a:bodyPr>
            <a:lstStyle/>
            <a:p>
              <a:pPr marL="0" marR="0" lvl="0" indent="0" algn="ctr" rtl="0">
                <a:spcBef>
                  <a:spcPts val="0"/>
                </a:spcBef>
                <a:spcAft>
                  <a:spcPts val="0"/>
                </a:spcAft>
                <a:buNone/>
              </a:pPr>
              <a:r>
                <a:rPr lang="en-US" sz="2250" b="1">
                  <a:solidFill>
                    <a:srgbClr val="FFFFFF"/>
                  </a:solidFill>
                  <a:latin typeface="Arial"/>
                  <a:ea typeface="Arial"/>
                  <a:cs typeface="Arial"/>
                  <a:sym typeface="Arial"/>
                </a:rPr>
                <a:t>02</a:t>
              </a:r>
              <a:endParaRPr sz="2250" b="1">
                <a:solidFill>
                  <a:schemeClr val="dk1"/>
                </a:solidFill>
                <a:latin typeface="Arial"/>
                <a:ea typeface="Arial"/>
                <a:cs typeface="Arial"/>
                <a:sym typeface="Arial"/>
              </a:endParaRPr>
            </a:p>
          </p:txBody>
        </p:sp>
        <p:sp>
          <p:nvSpPr>
            <p:cNvPr id="304" name="Google Shape;304;p4"/>
            <p:cNvSpPr/>
            <p:nvPr/>
          </p:nvSpPr>
          <p:spPr>
            <a:xfrm>
              <a:off x="5261208" y="2758941"/>
              <a:ext cx="921756" cy="439079"/>
            </a:xfrm>
            <a:custGeom>
              <a:avLst/>
              <a:gdLst/>
              <a:ahLst/>
              <a:cxnLst/>
              <a:rect l="l" t="t" r="r" b="b"/>
              <a:pathLst>
                <a:path w="921756" h="439079" extrusionOk="0">
                  <a:moveTo>
                    <a:pt x="492627" y="0"/>
                  </a:moveTo>
                  <a:lnTo>
                    <a:pt x="921756" y="285158"/>
                  </a:lnTo>
                  <a:lnTo>
                    <a:pt x="921755" y="285159"/>
                  </a:lnTo>
                  <a:lnTo>
                    <a:pt x="117704" y="439079"/>
                  </a:lnTo>
                  <a:lnTo>
                    <a:pt x="0" y="285158"/>
                  </a:lnTo>
                  <a:close/>
                </a:path>
              </a:pathLst>
            </a:custGeom>
            <a:solidFill>
              <a:srgbClr val="000000">
                <a:alpha val="29803"/>
              </a:srgbClr>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2250">
                <a:solidFill>
                  <a:schemeClr val="dk1"/>
                </a:solidFill>
                <a:latin typeface="Arial"/>
                <a:ea typeface="Arial"/>
                <a:cs typeface="Arial"/>
                <a:sym typeface="Arial"/>
              </a:endParaRPr>
            </a:p>
          </p:txBody>
        </p:sp>
        <p:sp>
          <p:nvSpPr>
            <p:cNvPr id="305" name="Google Shape;305;p4"/>
            <p:cNvSpPr/>
            <p:nvPr/>
          </p:nvSpPr>
          <p:spPr>
            <a:xfrm>
              <a:off x="2395432" y="2441414"/>
              <a:ext cx="3783225" cy="602686"/>
            </a:xfrm>
            <a:custGeom>
              <a:avLst/>
              <a:gdLst/>
              <a:ahLst/>
              <a:cxnLst/>
              <a:rect l="l" t="t" r="r" b="b"/>
              <a:pathLst>
                <a:path w="21600" h="21600" extrusionOk="0">
                  <a:moveTo>
                    <a:pt x="18969" y="0"/>
                  </a:moveTo>
                  <a:lnTo>
                    <a:pt x="21600" y="21600"/>
                  </a:lnTo>
                  <a:lnTo>
                    <a:pt x="2602" y="21600"/>
                  </a:lnTo>
                  <a:lnTo>
                    <a:pt x="0" y="0"/>
                  </a:lnTo>
                  <a:close/>
                </a:path>
              </a:pathLst>
            </a:custGeom>
            <a:solidFill>
              <a:schemeClr val="accent5"/>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2250">
                  <a:solidFill>
                    <a:srgbClr val="FFFFFF"/>
                  </a:solidFill>
                  <a:latin typeface="Arial"/>
                  <a:ea typeface="Arial"/>
                  <a:cs typeface="Arial"/>
                  <a:sym typeface="Arial"/>
                </a:rPr>
                <a:t>PEO 2</a:t>
              </a:r>
              <a:endParaRPr sz="2250">
                <a:solidFill>
                  <a:schemeClr val="dk1"/>
                </a:solidFill>
                <a:latin typeface="Arial"/>
                <a:ea typeface="Arial"/>
                <a:cs typeface="Arial"/>
                <a:sym typeface="Arial"/>
              </a:endParaRPr>
            </a:p>
          </p:txBody>
        </p:sp>
      </p:grpSp>
      <p:grpSp>
        <p:nvGrpSpPr>
          <p:cNvPr id="306" name="Google Shape;306;p4"/>
          <p:cNvGrpSpPr/>
          <p:nvPr/>
        </p:nvGrpSpPr>
        <p:grpSpPr>
          <a:xfrm>
            <a:off x="4502110" y="1223183"/>
            <a:ext cx="2837419" cy="904025"/>
            <a:chOff x="5901012" y="1838728"/>
            <a:chExt cx="3783225" cy="1205367"/>
          </a:xfrm>
        </p:grpSpPr>
        <p:sp>
          <p:nvSpPr>
            <p:cNvPr id="307" name="Google Shape;307;p4"/>
            <p:cNvSpPr/>
            <p:nvPr/>
          </p:nvSpPr>
          <p:spPr>
            <a:xfrm>
              <a:off x="5901016" y="1838728"/>
              <a:ext cx="921749" cy="1205367"/>
            </a:xfrm>
            <a:custGeom>
              <a:avLst/>
              <a:gdLst/>
              <a:ahLst/>
              <a:cxnLst/>
              <a:rect l="l" t="t" r="r" b="b"/>
              <a:pathLst>
                <a:path w="21600" h="21600" extrusionOk="0">
                  <a:moveTo>
                    <a:pt x="10800" y="0"/>
                  </a:moveTo>
                  <a:lnTo>
                    <a:pt x="0" y="10800"/>
                  </a:lnTo>
                  <a:lnTo>
                    <a:pt x="10800" y="21600"/>
                  </a:lnTo>
                  <a:lnTo>
                    <a:pt x="21600" y="10800"/>
                  </a:lnTo>
                  <a:close/>
                </a:path>
              </a:pathLst>
            </a:custGeom>
            <a:solidFill>
              <a:srgbClr val="BF9000"/>
            </a:solidFill>
            <a:ln>
              <a:noFill/>
            </a:ln>
          </p:spPr>
          <p:txBody>
            <a:bodyPr spcFirstLastPara="1" wrap="square" lIns="28575" tIns="171450" rIns="28575" bIns="28575" anchor="ctr" anchorCtr="0">
              <a:noAutofit/>
            </a:bodyPr>
            <a:lstStyle/>
            <a:p>
              <a:pPr marL="0" marR="0" lvl="0" indent="0" algn="ctr" rtl="0">
                <a:spcBef>
                  <a:spcPts val="0"/>
                </a:spcBef>
                <a:spcAft>
                  <a:spcPts val="0"/>
                </a:spcAft>
                <a:buNone/>
              </a:pPr>
              <a:r>
                <a:rPr lang="en-US" sz="2250" b="1">
                  <a:solidFill>
                    <a:srgbClr val="262626"/>
                  </a:solidFill>
                  <a:latin typeface="Arial"/>
                  <a:ea typeface="Arial"/>
                  <a:cs typeface="Arial"/>
                  <a:sym typeface="Arial"/>
                </a:rPr>
                <a:t>01</a:t>
              </a:r>
              <a:endParaRPr sz="2250" b="1">
                <a:solidFill>
                  <a:srgbClr val="262626"/>
                </a:solidFill>
                <a:latin typeface="Arial"/>
                <a:ea typeface="Arial"/>
                <a:cs typeface="Arial"/>
                <a:sym typeface="Arial"/>
              </a:endParaRPr>
            </a:p>
          </p:txBody>
        </p:sp>
        <p:sp>
          <p:nvSpPr>
            <p:cNvPr id="308" name="Google Shape;308;p4"/>
            <p:cNvSpPr/>
            <p:nvPr/>
          </p:nvSpPr>
          <p:spPr>
            <a:xfrm>
              <a:off x="5901017" y="2213396"/>
              <a:ext cx="921748" cy="380931"/>
            </a:xfrm>
            <a:custGeom>
              <a:avLst/>
              <a:gdLst/>
              <a:ahLst/>
              <a:cxnLst/>
              <a:rect l="l" t="t" r="r" b="b"/>
              <a:pathLst>
                <a:path w="921748" h="380931" extrusionOk="0">
                  <a:moveTo>
                    <a:pt x="524373" y="0"/>
                  </a:moveTo>
                  <a:lnTo>
                    <a:pt x="921747" y="228015"/>
                  </a:lnTo>
                  <a:lnTo>
                    <a:pt x="921748" y="228016"/>
                  </a:lnTo>
                  <a:lnTo>
                    <a:pt x="804813" y="380931"/>
                  </a:lnTo>
                  <a:lnTo>
                    <a:pt x="0" y="228016"/>
                  </a:lnTo>
                  <a:close/>
                </a:path>
              </a:pathLst>
            </a:custGeom>
            <a:solidFill>
              <a:srgbClr val="000000">
                <a:alpha val="29803"/>
              </a:srgbClr>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2250">
                <a:solidFill>
                  <a:srgbClr val="262626"/>
                </a:solidFill>
                <a:latin typeface="Arial"/>
                <a:ea typeface="Arial"/>
                <a:cs typeface="Arial"/>
                <a:sym typeface="Arial"/>
              </a:endParaRPr>
            </a:p>
          </p:txBody>
        </p:sp>
        <p:sp>
          <p:nvSpPr>
            <p:cNvPr id="309" name="Google Shape;309;p4"/>
            <p:cNvSpPr/>
            <p:nvPr/>
          </p:nvSpPr>
          <p:spPr>
            <a:xfrm>
              <a:off x="5901012" y="1838728"/>
              <a:ext cx="3783225" cy="602686"/>
            </a:xfrm>
            <a:custGeom>
              <a:avLst/>
              <a:gdLst/>
              <a:ahLst/>
              <a:cxnLst/>
              <a:rect l="l" t="t" r="r" b="b"/>
              <a:pathLst>
                <a:path w="21600" h="21600" extrusionOk="0">
                  <a:moveTo>
                    <a:pt x="2631" y="0"/>
                  </a:moveTo>
                  <a:lnTo>
                    <a:pt x="0" y="21600"/>
                  </a:lnTo>
                  <a:lnTo>
                    <a:pt x="18998" y="21600"/>
                  </a:lnTo>
                  <a:lnTo>
                    <a:pt x="21600" y="0"/>
                  </a:lnTo>
                  <a:close/>
                </a:path>
              </a:pathLst>
            </a:custGeom>
            <a:solidFill>
              <a:schemeClr val="accent4"/>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2250">
                  <a:solidFill>
                    <a:srgbClr val="262626"/>
                  </a:solidFill>
                  <a:latin typeface="Arial"/>
                  <a:ea typeface="Arial"/>
                  <a:cs typeface="Arial"/>
                  <a:sym typeface="Arial"/>
                </a:rPr>
                <a:t>PEO1</a:t>
              </a:r>
              <a:endParaRPr/>
            </a:p>
          </p:txBody>
        </p:sp>
      </p:grpSp>
      <p:grpSp>
        <p:nvGrpSpPr>
          <p:cNvPr id="310" name="Google Shape;310;p4"/>
          <p:cNvGrpSpPr/>
          <p:nvPr/>
        </p:nvGrpSpPr>
        <p:grpSpPr>
          <a:xfrm>
            <a:off x="1804468" y="2881314"/>
            <a:ext cx="2840649" cy="904025"/>
            <a:chOff x="2395432" y="2441414"/>
            <a:chExt cx="3787532" cy="1205367"/>
          </a:xfrm>
        </p:grpSpPr>
        <p:sp>
          <p:nvSpPr>
            <p:cNvPr id="311" name="Google Shape;311;p4"/>
            <p:cNvSpPr/>
            <p:nvPr/>
          </p:nvSpPr>
          <p:spPr>
            <a:xfrm>
              <a:off x="5261207" y="2441414"/>
              <a:ext cx="921757" cy="1205367"/>
            </a:xfrm>
            <a:custGeom>
              <a:avLst/>
              <a:gdLst/>
              <a:ahLst/>
              <a:cxnLst/>
              <a:rect l="l" t="t" r="r" b="b"/>
              <a:pathLst>
                <a:path w="21600" h="21600" extrusionOk="0">
                  <a:moveTo>
                    <a:pt x="10800" y="0"/>
                  </a:moveTo>
                  <a:lnTo>
                    <a:pt x="21600" y="10800"/>
                  </a:lnTo>
                  <a:lnTo>
                    <a:pt x="10800" y="21600"/>
                  </a:lnTo>
                  <a:lnTo>
                    <a:pt x="0" y="10800"/>
                  </a:lnTo>
                  <a:close/>
                </a:path>
              </a:pathLst>
            </a:custGeom>
            <a:solidFill>
              <a:srgbClr val="548135"/>
            </a:solidFill>
            <a:ln>
              <a:noFill/>
            </a:ln>
          </p:spPr>
          <p:txBody>
            <a:bodyPr spcFirstLastPara="1" wrap="square" lIns="28575" tIns="171450" rIns="28575" bIns="28575" anchor="ctr" anchorCtr="0">
              <a:noAutofit/>
            </a:bodyPr>
            <a:lstStyle/>
            <a:p>
              <a:pPr marL="0" marR="0" lvl="0" indent="0" algn="ctr" rtl="0">
                <a:spcBef>
                  <a:spcPts val="0"/>
                </a:spcBef>
                <a:spcAft>
                  <a:spcPts val="0"/>
                </a:spcAft>
                <a:buNone/>
              </a:pPr>
              <a:r>
                <a:rPr lang="en-US" sz="2250" b="1">
                  <a:solidFill>
                    <a:srgbClr val="262626"/>
                  </a:solidFill>
                  <a:latin typeface="Arial"/>
                  <a:ea typeface="Arial"/>
                  <a:cs typeface="Arial"/>
                  <a:sym typeface="Arial"/>
                </a:rPr>
                <a:t>04</a:t>
              </a:r>
              <a:endParaRPr sz="2250" b="1">
                <a:solidFill>
                  <a:srgbClr val="262626"/>
                </a:solidFill>
                <a:latin typeface="Arial"/>
                <a:ea typeface="Arial"/>
                <a:cs typeface="Arial"/>
                <a:sym typeface="Arial"/>
              </a:endParaRPr>
            </a:p>
          </p:txBody>
        </p:sp>
        <p:sp>
          <p:nvSpPr>
            <p:cNvPr id="312" name="Google Shape;312;p4"/>
            <p:cNvSpPr/>
            <p:nvPr/>
          </p:nvSpPr>
          <p:spPr>
            <a:xfrm>
              <a:off x="5261208" y="2758941"/>
              <a:ext cx="921756" cy="439079"/>
            </a:xfrm>
            <a:custGeom>
              <a:avLst/>
              <a:gdLst/>
              <a:ahLst/>
              <a:cxnLst/>
              <a:rect l="l" t="t" r="r" b="b"/>
              <a:pathLst>
                <a:path w="921756" h="439079" extrusionOk="0">
                  <a:moveTo>
                    <a:pt x="492627" y="0"/>
                  </a:moveTo>
                  <a:lnTo>
                    <a:pt x="921756" y="285158"/>
                  </a:lnTo>
                  <a:lnTo>
                    <a:pt x="921755" y="285159"/>
                  </a:lnTo>
                  <a:lnTo>
                    <a:pt x="117704" y="439079"/>
                  </a:lnTo>
                  <a:lnTo>
                    <a:pt x="0" y="285158"/>
                  </a:lnTo>
                  <a:close/>
                </a:path>
              </a:pathLst>
            </a:custGeom>
            <a:solidFill>
              <a:srgbClr val="000000">
                <a:alpha val="29803"/>
              </a:srgbClr>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2250">
                <a:solidFill>
                  <a:srgbClr val="262626"/>
                </a:solidFill>
                <a:latin typeface="Arial"/>
                <a:ea typeface="Arial"/>
                <a:cs typeface="Arial"/>
                <a:sym typeface="Arial"/>
              </a:endParaRPr>
            </a:p>
          </p:txBody>
        </p:sp>
        <p:sp>
          <p:nvSpPr>
            <p:cNvPr id="313" name="Google Shape;313;p4"/>
            <p:cNvSpPr/>
            <p:nvPr/>
          </p:nvSpPr>
          <p:spPr>
            <a:xfrm>
              <a:off x="2395432" y="2441414"/>
              <a:ext cx="3783225" cy="602686"/>
            </a:xfrm>
            <a:custGeom>
              <a:avLst/>
              <a:gdLst/>
              <a:ahLst/>
              <a:cxnLst/>
              <a:rect l="l" t="t" r="r" b="b"/>
              <a:pathLst>
                <a:path w="21600" h="21600" extrusionOk="0">
                  <a:moveTo>
                    <a:pt x="18969" y="0"/>
                  </a:moveTo>
                  <a:lnTo>
                    <a:pt x="21600" y="21600"/>
                  </a:lnTo>
                  <a:lnTo>
                    <a:pt x="2602" y="21600"/>
                  </a:lnTo>
                  <a:lnTo>
                    <a:pt x="0" y="0"/>
                  </a:lnTo>
                  <a:close/>
                </a:path>
              </a:pathLst>
            </a:custGeom>
            <a:solidFill>
              <a:schemeClr val="accent6"/>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2250">
                  <a:solidFill>
                    <a:srgbClr val="262626"/>
                  </a:solidFill>
                  <a:latin typeface="Arial"/>
                  <a:ea typeface="Arial"/>
                  <a:cs typeface="Arial"/>
                  <a:sym typeface="Arial"/>
                </a:rPr>
                <a:t>PEO 4</a:t>
              </a:r>
              <a:endParaRPr/>
            </a:p>
          </p:txBody>
        </p:sp>
      </p:grpSp>
      <p:grpSp>
        <p:nvGrpSpPr>
          <p:cNvPr id="314" name="Google Shape;314;p4"/>
          <p:cNvGrpSpPr/>
          <p:nvPr/>
        </p:nvGrpSpPr>
        <p:grpSpPr>
          <a:xfrm>
            <a:off x="4498880" y="2250292"/>
            <a:ext cx="2837419" cy="904025"/>
            <a:chOff x="5901012" y="1838728"/>
            <a:chExt cx="3783225" cy="1205367"/>
          </a:xfrm>
        </p:grpSpPr>
        <p:sp>
          <p:nvSpPr>
            <p:cNvPr id="315" name="Google Shape;315;p4"/>
            <p:cNvSpPr/>
            <p:nvPr/>
          </p:nvSpPr>
          <p:spPr>
            <a:xfrm>
              <a:off x="5901016" y="1838728"/>
              <a:ext cx="921749" cy="1205367"/>
            </a:xfrm>
            <a:custGeom>
              <a:avLst/>
              <a:gdLst/>
              <a:ahLst/>
              <a:cxnLst/>
              <a:rect l="l" t="t" r="r" b="b"/>
              <a:pathLst>
                <a:path w="21600" h="21600" extrusionOk="0">
                  <a:moveTo>
                    <a:pt x="10800" y="0"/>
                  </a:moveTo>
                  <a:lnTo>
                    <a:pt x="0" y="10800"/>
                  </a:lnTo>
                  <a:lnTo>
                    <a:pt x="10800" y="21600"/>
                  </a:lnTo>
                  <a:lnTo>
                    <a:pt x="21600" y="10800"/>
                  </a:lnTo>
                  <a:close/>
                </a:path>
              </a:pathLst>
            </a:custGeom>
            <a:solidFill>
              <a:srgbClr val="7B7B7B"/>
            </a:solidFill>
            <a:ln>
              <a:noFill/>
            </a:ln>
          </p:spPr>
          <p:txBody>
            <a:bodyPr spcFirstLastPara="1" wrap="square" lIns="28575" tIns="171450" rIns="28575" bIns="28575" anchor="ctr" anchorCtr="0">
              <a:noAutofit/>
            </a:bodyPr>
            <a:lstStyle/>
            <a:p>
              <a:pPr marL="0" marR="0" lvl="0" indent="0" algn="ctr" rtl="0">
                <a:spcBef>
                  <a:spcPts val="0"/>
                </a:spcBef>
                <a:spcAft>
                  <a:spcPts val="0"/>
                </a:spcAft>
                <a:buNone/>
              </a:pPr>
              <a:r>
                <a:rPr lang="en-US" sz="2250" b="1">
                  <a:solidFill>
                    <a:srgbClr val="262626"/>
                  </a:solidFill>
                  <a:latin typeface="Arial"/>
                  <a:ea typeface="Arial"/>
                  <a:cs typeface="Arial"/>
                  <a:sym typeface="Arial"/>
                </a:rPr>
                <a:t>03</a:t>
              </a:r>
              <a:endParaRPr sz="2250" b="1">
                <a:solidFill>
                  <a:srgbClr val="262626"/>
                </a:solidFill>
                <a:latin typeface="Arial"/>
                <a:ea typeface="Arial"/>
                <a:cs typeface="Arial"/>
                <a:sym typeface="Arial"/>
              </a:endParaRPr>
            </a:p>
          </p:txBody>
        </p:sp>
        <p:sp>
          <p:nvSpPr>
            <p:cNvPr id="316" name="Google Shape;316;p4"/>
            <p:cNvSpPr/>
            <p:nvPr/>
          </p:nvSpPr>
          <p:spPr>
            <a:xfrm>
              <a:off x="5901017" y="2213396"/>
              <a:ext cx="921748" cy="380931"/>
            </a:xfrm>
            <a:custGeom>
              <a:avLst/>
              <a:gdLst/>
              <a:ahLst/>
              <a:cxnLst/>
              <a:rect l="l" t="t" r="r" b="b"/>
              <a:pathLst>
                <a:path w="921748" h="380931" extrusionOk="0">
                  <a:moveTo>
                    <a:pt x="524373" y="0"/>
                  </a:moveTo>
                  <a:lnTo>
                    <a:pt x="921747" y="228015"/>
                  </a:lnTo>
                  <a:lnTo>
                    <a:pt x="921748" y="228016"/>
                  </a:lnTo>
                  <a:lnTo>
                    <a:pt x="804813" y="380931"/>
                  </a:lnTo>
                  <a:lnTo>
                    <a:pt x="0" y="228016"/>
                  </a:lnTo>
                  <a:close/>
                </a:path>
              </a:pathLst>
            </a:custGeom>
            <a:solidFill>
              <a:srgbClr val="000000">
                <a:alpha val="29803"/>
              </a:srgbClr>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2250">
                <a:solidFill>
                  <a:srgbClr val="262626"/>
                </a:solidFill>
                <a:latin typeface="Arial"/>
                <a:ea typeface="Arial"/>
                <a:cs typeface="Arial"/>
                <a:sym typeface="Arial"/>
              </a:endParaRPr>
            </a:p>
          </p:txBody>
        </p:sp>
        <p:sp>
          <p:nvSpPr>
            <p:cNvPr id="317" name="Google Shape;317;p4"/>
            <p:cNvSpPr/>
            <p:nvPr/>
          </p:nvSpPr>
          <p:spPr>
            <a:xfrm>
              <a:off x="5901012" y="1838728"/>
              <a:ext cx="3783225" cy="602686"/>
            </a:xfrm>
            <a:custGeom>
              <a:avLst/>
              <a:gdLst/>
              <a:ahLst/>
              <a:cxnLst/>
              <a:rect l="l" t="t" r="r" b="b"/>
              <a:pathLst>
                <a:path w="21600" h="21600" extrusionOk="0">
                  <a:moveTo>
                    <a:pt x="2631" y="0"/>
                  </a:moveTo>
                  <a:lnTo>
                    <a:pt x="0" y="21600"/>
                  </a:lnTo>
                  <a:lnTo>
                    <a:pt x="18998" y="21600"/>
                  </a:lnTo>
                  <a:lnTo>
                    <a:pt x="21600" y="0"/>
                  </a:lnTo>
                  <a:close/>
                </a:path>
              </a:pathLst>
            </a:custGeom>
            <a:solidFill>
              <a:schemeClr val="accent3"/>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2250">
                  <a:solidFill>
                    <a:srgbClr val="262626"/>
                  </a:solidFill>
                  <a:latin typeface="Arial"/>
                  <a:ea typeface="Arial"/>
                  <a:cs typeface="Arial"/>
                  <a:sym typeface="Arial"/>
                </a:rPr>
                <a:t>PEO 3</a:t>
              </a:r>
              <a:endParaRPr/>
            </a:p>
          </p:txBody>
        </p:sp>
      </p:grpSp>
      <p:grpSp>
        <p:nvGrpSpPr>
          <p:cNvPr id="318" name="Google Shape;318;p4"/>
          <p:cNvGrpSpPr/>
          <p:nvPr/>
        </p:nvGrpSpPr>
        <p:grpSpPr>
          <a:xfrm>
            <a:off x="4498879" y="3667010"/>
            <a:ext cx="2837419" cy="904025"/>
            <a:chOff x="5901012" y="1838728"/>
            <a:chExt cx="3783225" cy="1205367"/>
          </a:xfrm>
        </p:grpSpPr>
        <p:sp>
          <p:nvSpPr>
            <p:cNvPr id="319" name="Google Shape;319;p4"/>
            <p:cNvSpPr/>
            <p:nvPr/>
          </p:nvSpPr>
          <p:spPr>
            <a:xfrm>
              <a:off x="5901016" y="1838728"/>
              <a:ext cx="921749" cy="1205367"/>
            </a:xfrm>
            <a:custGeom>
              <a:avLst/>
              <a:gdLst/>
              <a:ahLst/>
              <a:cxnLst/>
              <a:rect l="l" t="t" r="r" b="b"/>
              <a:pathLst>
                <a:path w="21600" h="21600" extrusionOk="0">
                  <a:moveTo>
                    <a:pt x="10800" y="0"/>
                  </a:moveTo>
                  <a:lnTo>
                    <a:pt x="0" y="10800"/>
                  </a:lnTo>
                  <a:lnTo>
                    <a:pt x="10800" y="21600"/>
                  </a:lnTo>
                  <a:lnTo>
                    <a:pt x="21600" y="10800"/>
                  </a:lnTo>
                  <a:close/>
                </a:path>
              </a:pathLst>
            </a:custGeom>
            <a:solidFill>
              <a:srgbClr val="C55A11"/>
            </a:solidFill>
            <a:ln>
              <a:noFill/>
            </a:ln>
          </p:spPr>
          <p:txBody>
            <a:bodyPr spcFirstLastPara="1" wrap="square" lIns="28575" tIns="171450" rIns="28575" bIns="28575" anchor="ctr" anchorCtr="0">
              <a:noAutofit/>
            </a:bodyPr>
            <a:lstStyle/>
            <a:p>
              <a:pPr marL="0" marR="0" lvl="0" indent="0" algn="ctr" rtl="0">
                <a:spcBef>
                  <a:spcPts val="0"/>
                </a:spcBef>
                <a:spcAft>
                  <a:spcPts val="0"/>
                </a:spcAft>
                <a:buNone/>
              </a:pPr>
              <a:r>
                <a:rPr lang="en-US" sz="2250" b="1">
                  <a:solidFill>
                    <a:srgbClr val="262626"/>
                  </a:solidFill>
                  <a:latin typeface="Arial"/>
                  <a:ea typeface="Arial"/>
                  <a:cs typeface="Arial"/>
                  <a:sym typeface="Arial"/>
                </a:rPr>
                <a:t>05</a:t>
              </a:r>
              <a:endParaRPr sz="2250" b="1">
                <a:solidFill>
                  <a:srgbClr val="262626"/>
                </a:solidFill>
                <a:latin typeface="Arial"/>
                <a:ea typeface="Arial"/>
                <a:cs typeface="Arial"/>
                <a:sym typeface="Arial"/>
              </a:endParaRPr>
            </a:p>
          </p:txBody>
        </p:sp>
        <p:sp>
          <p:nvSpPr>
            <p:cNvPr id="320" name="Google Shape;320;p4"/>
            <p:cNvSpPr/>
            <p:nvPr/>
          </p:nvSpPr>
          <p:spPr>
            <a:xfrm>
              <a:off x="5901017" y="2213396"/>
              <a:ext cx="921748" cy="380931"/>
            </a:xfrm>
            <a:custGeom>
              <a:avLst/>
              <a:gdLst/>
              <a:ahLst/>
              <a:cxnLst/>
              <a:rect l="l" t="t" r="r" b="b"/>
              <a:pathLst>
                <a:path w="921748" h="380931" extrusionOk="0">
                  <a:moveTo>
                    <a:pt x="524373" y="0"/>
                  </a:moveTo>
                  <a:lnTo>
                    <a:pt x="921747" y="228015"/>
                  </a:lnTo>
                  <a:lnTo>
                    <a:pt x="921748" y="228016"/>
                  </a:lnTo>
                  <a:lnTo>
                    <a:pt x="804813" y="380931"/>
                  </a:lnTo>
                  <a:lnTo>
                    <a:pt x="0" y="228016"/>
                  </a:lnTo>
                  <a:close/>
                </a:path>
              </a:pathLst>
            </a:custGeom>
            <a:solidFill>
              <a:srgbClr val="000000">
                <a:alpha val="29803"/>
              </a:srgbClr>
            </a:solidFill>
            <a:ln>
              <a:noFill/>
            </a:ln>
          </p:spPr>
          <p:txBody>
            <a:bodyPr spcFirstLastPara="1" wrap="square" lIns="28575" tIns="28575" rIns="28575" bIns="28575" anchor="ctr" anchorCtr="0">
              <a:noAutofit/>
            </a:bodyPr>
            <a:lstStyle/>
            <a:p>
              <a:pPr marL="0" marR="0" lvl="0" indent="0" algn="l" rtl="0">
                <a:spcBef>
                  <a:spcPts val="0"/>
                </a:spcBef>
                <a:spcAft>
                  <a:spcPts val="0"/>
                </a:spcAft>
                <a:buNone/>
              </a:pPr>
              <a:endParaRPr sz="2250">
                <a:solidFill>
                  <a:srgbClr val="262626"/>
                </a:solidFill>
                <a:latin typeface="Arial"/>
                <a:ea typeface="Arial"/>
                <a:cs typeface="Arial"/>
                <a:sym typeface="Arial"/>
              </a:endParaRPr>
            </a:p>
          </p:txBody>
        </p:sp>
        <p:sp>
          <p:nvSpPr>
            <p:cNvPr id="321" name="Google Shape;321;p4"/>
            <p:cNvSpPr/>
            <p:nvPr/>
          </p:nvSpPr>
          <p:spPr>
            <a:xfrm>
              <a:off x="5901012" y="1838728"/>
              <a:ext cx="3783225" cy="602686"/>
            </a:xfrm>
            <a:custGeom>
              <a:avLst/>
              <a:gdLst/>
              <a:ahLst/>
              <a:cxnLst/>
              <a:rect l="l" t="t" r="r" b="b"/>
              <a:pathLst>
                <a:path w="21600" h="21600" extrusionOk="0">
                  <a:moveTo>
                    <a:pt x="2631" y="0"/>
                  </a:moveTo>
                  <a:lnTo>
                    <a:pt x="0" y="21600"/>
                  </a:lnTo>
                  <a:lnTo>
                    <a:pt x="18998" y="21600"/>
                  </a:lnTo>
                  <a:lnTo>
                    <a:pt x="21600" y="0"/>
                  </a:lnTo>
                  <a:close/>
                </a:path>
              </a:pathLst>
            </a:custGeom>
            <a:solidFill>
              <a:schemeClr val="accent2"/>
            </a:solidFill>
            <a:ln>
              <a:noFill/>
            </a:ln>
          </p:spPr>
          <p:txBody>
            <a:bodyPr spcFirstLastPara="1" wrap="square" lIns="28575" tIns="28575" rIns="28575" bIns="28575" anchor="ctr" anchorCtr="0">
              <a:noAutofit/>
            </a:bodyPr>
            <a:lstStyle/>
            <a:p>
              <a:pPr marL="0" marR="0" lvl="0" indent="0" algn="ctr" rtl="0">
                <a:spcBef>
                  <a:spcPts val="0"/>
                </a:spcBef>
                <a:spcAft>
                  <a:spcPts val="0"/>
                </a:spcAft>
                <a:buNone/>
              </a:pPr>
              <a:r>
                <a:rPr lang="en-US" sz="2250">
                  <a:solidFill>
                    <a:srgbClr val="262626"/>
                  </a:solidFill>
                  <a:latin typeface="Arial"/>
                  <a:ea typeface="Arial"/>
                  <a:cs typeface="Arial"/>
                  <a:sym typeface="Arial"/>
                </a:rPr>
                <a:t>PEO 5</a:t>
              </a:r>
              <a:endParaRPr/>
            </a:p>
          </p:txBody>
        </p:sp>
      </p:grpSp>
      <p:sp>
        <p:nvSpPr>
          <p:cNvPr id="322" name="Google Shape;322;p4"/>
          <p:cNvSpPr txBox="1"/>
          <p:nvPr/>
        </p:nvSpPr>
        <p:spPr>
          <a:xfrm>
            <a:off x="167804" y="2095803"/>
            <a:ext cx="3774291" cy="744243"/>
          </a:xfrm>
          <a:prstGeom prst="rect">
            <a:avLst/>
          </a:prstGeom>
          <a:noFill/>
          <a:ln>
            <a:noFill/>
          </a:ln>
        </p:spPr>
        <p:txBody>
          <a:bodyPr spcFirstLastPara="1" wrap="square" lIns="0" tIns="45700" rIns="0" bIns="45700" anchor="t" anchorCtr="0">
            <a:spAutoFit/>
          </a:bodyPr>
          <a:lstStyle/>
          <a:p>
            <a:pPr marL="0" marR="0" lvl="0" indent="0" algn="l" rtl="0">
              <a:lnSpc>
                <a:spcPct val="107000"/>
              </a:lnSpc>
              <a:spcBef>
                <a:spcPts val="0"/>
              </a:spcBef>
              <a:spcAft>
                <a:spcPts val="0"/>
              </a:spcAft>
              <a:buNone/>
            </a:pPr>
            <a:r>
              <a:rPr lang="en-US" sz="800">
                <a:solidFill>
                  <a:schemeClr val="dk1"/>
                </a:solidFill>
                <a:latin typeface="Arial"/>
                <a:ea typeface="Arial"/>
                <a:cs typeface="Arial"/>
                <a:sym typeface="Arial"/>
              </a:rPr>
              <a:t>To prepare learners to solve business-centered problems by identifying, analyzing, developing, and implementing information system-based solutions with modern      programming tools. To encourage learners to use best practices and implement      technologies to enhance information security and enable compliance, ensuring      confidentiality, information integrity, and availability.</a:t>
            </a:r>
            <a:endParaRPr sz="700">
              <a:solidFill>
                <a:schemeClr val="dk1"/>
              </a:solidFill>
              <a:latin typeface="Calibri"/>
              <a:ea typeface="Calibri"/>
              <a:cs typeface="Calibri"/>
              <a:sym typeface="Calibri"/>
            </a:endParaRPr>
          </a:p>
        </p:txBody>
      </p:sp>
      <p:sp>
        <p:nvSpPr>
          <p:cNvPr id="323" name="Google Shape;323;p4"/>
          <p:cNvSpPr txBox="1"/>
          <p:nvPr/>
        </p:nvSpPr>
        <p:spPr>
          <a:xfrm>
            <a:off x="110734" y="3374596"/>
            <a:ext cx="3888432" cy="529440"/>
          </a:xfrm>
          <a:prstGeom prst="rect">
            <a:avLst/>
          </a:prstGeom>
          <a:noFill/>
          <a:ln>
            <a:noFill/>
          </a:ln>
        </p:spPr>
        <p:txBody>
          <a:bodyPr spcFirstLastPara="1" wrap="square" lIns="0" tIns="45700" rIns="0" bIns="45700" anchor="t" anchorCtr="0">
            <a:spAutoFit/>
          </a:bodyPr>
          <a:lstStyle/>
          <a:p>
            <a:pPr marL="0" marR="0" lvl="0" indent="0" algn="l" rtl="0">
              <a:lnSpc>
                <a:spcPct val="107000"/>
              </a:lnSpc>
              <a:spcBef>
                <a:spcPts val="0"/>
              </a:spcBef>
              <a:spcAft>
                <a:spcPts val="0"/>
              </a:spcAft>
              <a:buNone/>
            </a:pPr>
            <a:r>
              <a:rPr lang="en-US" sz="900">
                <a:solidFill>
                  <a:schemeClr val="dk1"/>
                </a:solidFill>
                <a:latin typeface="Arial"/>
                <a:ea typeface="Arial"/>
                <a:cs typeface="Arial"/>
                <a:sym typeface="Arial"/>
              </a:rPr>
              <a:t>To introduce learners to ethical codes and guidelines including professional, ethical, legal and public policy issues to perform excellence, show leadership skills and demonstrate good citizenship</a:t>
            </a:r>
            <a:endParaRPr sz="800">
              <a:solidFill>
                <a:schemeClr val="dk1"/>
              </a:solidFill>
              <a:latin typeface="Calibri"/>
              <a:ea typeface="Calibri"/>
              <a:cs typeface="Calibri"/>
              <a:sym typeface="Calibri"/>
            </a:endParaRPr>
          </a:p>
        </p:txBody>
      </p:sp>
      <p:sp>
        <p:nvSpPr>
          <p:cNvPr id="324" name="Google Shape;324;p4"/>
          <p:cNvSpPr txBox="1"/>
          <p:nvPr/>
        </p:nvSpPr>
        <p:spPr>
          <a:xfrm>
            <a:off x="5190197" y="1730363"/>
            <a:ext cx="3774291" cy="529440"/>
          </a:xfrm>
          <a:prstGeom prst="rect">
            <a:avLst/>
          </a:prstGeom>
          <a:noFill/>
          <a:ln>
            <a:noFill/>
          </a:ln>
        </p:spPr>
        <p:txBody>
          <a:bodyPr spcFirstLastPara="1" wrap="square" lIns="0" tIns="45700" rIns="0" bIns="45700" anchor="t" anchorCtr="0">
            <a:spAutoFit/>
          </a:bodyPr>
          <a:lstStyle/>
          <a:p>
            <a:pPr marL="0" marR="0" lvl="0" indent="0" algn="l" rtl="0">
              <a:lnSpc>
                <a:spcPct val="107000"/>
              </a:lnSpc>
              <a:spcBef>
                <a:spcPts val="0"/>
              </a:spcBef>
              <a:spcAft>
                <a:spcPts val="0"/>
              </a:spcAft>
              <a:buNone/>
            </a:pPr>
            <a:r>
              <a:rPr lang="en-US" sz="900">
                <a:solidFill>
                  <a:schemeClr val="dk1"/>
                </a:solidFill>
                <a:latin typeface="Arial"/>
                <a:ea typeface="Arial"/>
                <a:cs typeface="Arial"/>
                <a:sym typeface="Arial"/>
              </a:rPr>
              <a:t>To provide learners with Core Competence in mathematical, scientific and basic engineering fundamentals necessary to formulate, analyse and        solve hardware/software engineering problems.</a:t>
            </a:r>
            <a:endParaRPr sz="800">
              <a:solidFill>
                <a:schemeClr val="dk1"/>
              </a:solidFill>
              <a:latin typeface="Calibri"/>
              <a:ea typeface="Calibri"/>
              <a:cs typeface="Calibri"/>
              <a:sym typeface="Calibri"/>
            </a:endParaRPr>
          </a:p>
        </p:txBody>
      </p:sp>
      <p:sp>
        <p:nvSpPr>
          <p:cNvPr id="325" name="Google Shape;325;p4"/>
          <p:cNvSpPr txBox="1"/>
          <p:nvPr/>
        </p:nvSpPr>
        <p:spPr>
          <a:xfrm>
            <a:off x="5160293" y="2790594"/>
            <a:ext cx="3960441" cy="744243"/>
          </a:xfrm>
          <a:prstGeom prst="rect">
            <a:avLst/>
          </a:prstGeom>
          <a:noFill/>
          <a:ln>
            <a:noFill/>
          </a:ln>
        </p:spPr>
        <p:txBody>
          <a:bodyPr spcFirstLastPara="1" wrap="square" lIns="0" tIns="45700" rIns="0" bIns="45700" anchor="t" anchorCtr="0">
            <a:spAutoFit/>
          </a:bodyPr>
          <a:lstStyle/>
          <a:p>
            <a:pPr marL="0" marR="0" lvl="0" indent="0" algn="l" rtl="0">
              <a:lnSpc>
                <a:spcPct val="107000"/>
              </a:lnSpc>
              <a:spcBef>
                <a:spcPts val="0"/>
              </a:spcBef>
              <a:spcAft>
                <a:spcPts val="0"/>
              </a:spcAft>
              <a:buNone/>
            </a:pPr>
            <a:r>
              <a:rPr lang="en-US" sz="800">
                <a:solidFill>
                  <a:schemeClr val="dk1"/>
                </a:solidFill>
                <a:latin typeface="Arial"/>
                <a:ea typeface="Arial"/>
                <a:cs typeface="Arial"/>
                <a:sym typeface="Arial"/>
              </a:rPr>
              <a:t> To prepare learners for successful career in Indian and Multinational Organizations,     Identify and evaluate current and emerging technologies. To provide our graduates with learning environment  awareness of the life-long learning. To motivate students to        pursue it throughout their career and higher studies. To encourage and motivate           learners for Research &amp; Development and entrepreneurship. </a:t>
            </a:r>
            <a:endParaRPr sz="700">
              <a:solidFill>
                <a:schemeClr val="dk1"/>
              </a:solidFill>
              <a:latin typeface="Calibri"/>
              <a:ea typeface="Calibri"/>
              <a:cs typeface="Calibri"/>
              <a:sym typeface="Calibri"/>
            </a:endParaRPr>
          </a:p>
        </p:txBody>
      </p:sp>
      <p:sp>
        <p:nvSpPr>
          <p:cNvPr id="326" name="Google Shape;326;p4"/>
          <p:cNvSpPr txBox="1"/>
          <p:nvPr/>
        </p:nvSpPr>
        <p:spPr>
          <a:xfrm>
            <a:off x="5160293" y="4098823"/>
            <a:ext cx="3486259" cy="825803"/>
          </a:xfrm>
          <a:prstGeom prst="rect">
            <a:avLst/>
          </a:prstGeom>
          <a:noFill/>
          <a:ln>
            <a:noFill/>
          </a:ln>
        </p:spPr>
        <p:txBody>
          <a:bodyPr spcFirstLastPara="1" wrap="square" lIns="0" tIns="45700" rIns="0" bIns="45700" anchor="t" anchorCtr="0">
            <a:spAutoFit/>
          </a:bodyPr>
          <a:lstStyle/>
          <a:p>
            <a:pPr marL="0" marR="0" lvl="0" indent="0" algn="l" rtl="0">
              <a:lnSpc>
                <a:spcPct val="107000"/>
              </a:lnSpc>
              <a:spcBef>
                <a:spcPts val="0"/>
              </a:spcBef>
              <a:spcAft>
                <a:spcPts val="0"/>
              </a:spcAft>
              <a:buNone/>
            </a:pPr>
            <a:r>
              <a:rPr lang="en-US" sz="900">
                <a:solidFill>
                  <a:schemeClr val="dk1"/>
                </a:solidFill>
                <a:latin typeface="Arial"/>
                <a:ea typeface="Arial"/>
                <a:cs typeface="Arial"/>
                <a:sym typeface="Arial"/>
              </a:rPr>
              <a:t>To develop effective written and oral communication skills to interact with clients, users, co-workers and managers.  To enable learners to work as part of teams on multidisciplinary projects and diverse         professional environments to accomplish a common goal by               integrating personal initiative and group cooperation.</a:t>
            </a:r>
            <a:endParaRPr sz="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grpSp>
        <p:nvGrpSpPr>
          <p:cNvPr id="331" name="Google Shape;331;p5"/>
          <p:cNvGrpSpPr/>
          <p:nvPr/>
        </p:nvGrpSpPr>
        <p:grpSpPr>
          <a:xfrm>
            <a:off x="1691680" y="616185"/>
            <a:ext cx="6576392" cy="4442039"/>
            <a:chOff x="0" y="19116"/>
            <a:chExt cx="6576392" cy="4442039"/>
          </a:xfrm>
        </p:grpSpPr>
        <p:sp>
          <p:nvSpPr>
            <p:cNvPr id="332" name="Google Shape;332;p5"/>
            <p:cNvSpPr/>
            <p:nvPr/>
          </p:nvSpPr>
          <p:spPr>
            <a:xfrm>
              <a:off x="0" y="15195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5"/>
            <p:cNvSpPr/>
            <p:nvPr/>
          </p:nvSpPr>
          <p:spPr>
            <a:xfrm>
              <a:off x="328819" y="1911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5"/>
            <p:cNvSpPr txBox="1"/>
            <p:nvPr/>
          </p:nvSpPr>
          <p:spPr>
            <a:xfrm>
              <a:off x="341788" y="3208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800"/>
                <a:buFont typeface="Times New Roman"/>
                <a:buNone/>
              </a:pPr>
              <a:r>
                <a:rPr lang="en-US" sz="1200">
                  <a:solidFill>
                    <a:schemeClr val="lt1"/>
                  </a:solidFill>
                  <a:latin typeface="Calibri"/>
                  <a:ea typeface="Calibri"/>
                  <a:cs typeface="Calibri"/>
                  <a:sym typeface="Calibri"/>
                </a:rPr>
                <a:t>Project Overview and Background</a:t>
              </a:r>
              <a:endParaRPr sz="1200">
                <a:solidFill>
                  <a:schemeClr val="lt1"/>
                </a:solidFill>
                <a:latin typeface="Arial"/>
                <a:ea typeface="Arial"/>
                <a:cs typeface="Arial"/>
                <a:sym typeface="Arial"/>
              </a:endParaRPr>
            </a:p>
          </p:txBody>
        </p:sp>
        <p:sp>
          <p:nvSpPr>
            <p:cNvPr id="335" name="Google Shape;335;p5"/>
            <p:cNvSpPr/>
            <p:nvPr/>
          </p:nvSpPr>
          <p:spPr>
            <a:xfrm>
              <a:off x="0" y="56019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
            <p:cNvSpPr/>
            <p:nvPr/>
          </p:nvSpPr>
          <p:spPr>
            <a:xfrm>
              <a:off x="328819" y="42735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5"/>
            <p:cNvSpPr txBox="1"/>
            <p:nvPr/>
          </p:nvSpPr>
          <p:spPr>
            <a:xfrm>
              <a:off x="341788" y="44032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Problem Statement</a:t>
              </a:r>
              <a:endParaRPr/>
            </a:p>
          </p:txBody>
        </p:sp>
        <p:sp>
          <p:nvSpPr>
            <p:cNvPr id="338" name="Google Shape;338;p5"/>
            <p:cNvSpPr/>
            <p:nvPr/>
          </p:nvSpPr>
          <p:spPr>
            <a:xfrm>
              <a:off x="0" y="96843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5"/>
            <p:cNvSpPr/>
            <p:nvPr/>
          </p:nvSpPr>
          <p:spPr>
            <a:xfrm>
              <a:off x="328819" y="83559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5"/>
            <p:cNvSpPr txBox="1"/>
            <p:nvPr/>
          </p:nvSpPr>
          <p:spPr>
            <a:xfrm>
              <a:off x="341788" y="84856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Project objectives and scope</a:t>
              </a:r>
              <a:endParaRPr/>
            </a:p>
          </p:txBody>
        </p:sp>
        <p:sp>
          <p:nvSpPr>
            <p:cNvPr id="341" name="Google Shape;341;p5"/>
            <p:cNvSpPr/>
            <p:nvPr/>
          </p:nvSpPr>
          <p:spPr>
            <a:xfrm>
              <a:off x="0" y="137667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5"/>
            <p:cNvSpPr/>
            <p:nvPr/>
          </p:nvSpPr>
          <p:spPr>
            <a:xfrm>
              <a:off x="328819" y="124383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5"/>
            <p:cNvSpPr txBox="1"/>
            <p:nvPr/>
          </p:nvSpPr>
          <p:spPr>
            <a:xfrm>
              <a:off x="341788" y="125680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Literature Review</a:t>
              </a:r>
              <a:endParaRPr/>
            </a:p>
          </p:txBody>
        </p:sp>
        <p:sp>
          <p:nvSpPr>
            <p:cNvPr id="344" name="Google Shape;344;p5"/>
            <p:cNvSpPr/>
            <p:nvPr/>
          </p:nvSpPr>
          <p:spPr>
            <a:xfrm>
              <a:off x="0" y="178491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5"/>
            <p:cNvSpPr/>
            <p:nvPr/>
          </p:nvSpPr>
          <p:spPr>
            <a:xfrm>
              <a:off x="328819" y="165207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5"/>
            <p:cNvSpPr txBox="1"/>
            <p:nvPr/>
          </p:nvSpPr>
          <p:spPr>
            <a:xfrm>
              <a:off x="341788" y="166504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Proposed System Architecture</a:t>
              </a:r>
              <a:endParaRPr/>
            </a:p>
          </p:txBody>
        </p:sp>
        <p:sp>
          <p:nvSpPr>
            <p:cNvPr id="347" name="Google Shape;347;p5"/>
            <p:cNvSpPr/>
            <p:nvPr/>
          </p:nvSpPr>
          <p:spPr>
            <a:xfrm>
              <a:off x="0" y="219315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5"/>
            <p:cNvSpPr/>
            <p:nvPr/>
          </p:nvSpPr>
          <p:spPr>
            <a:xfrm>
              <a:off x="328819" y="206031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5"/>
            <p:cNvSpPr txBox="1"/>
            <p:nvPr/>
          </p:nvSpPr>
          <p:spPr>
            <a:xfrm>
              <a:off x="341788" y="207328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Requirement Specification</a:t>
              </a:r>
              <a:endParaRPr/>
            </a:p>
          </p:txBody>
        </p:sp>
        <p:sp>
          <p:nvSpPr>
            <p:cNvPr id="350" name="Google Shape;350;p5"/>
            <p:cNvSpPr/>
            <p:nvPr/>
          </p:nvSpPr>
          <p:spPr>
            <a:xfrm>
              <a:off x="0" y="260139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a:off x="328819" y="246855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txBox="1"/>
            <p:nvPr/>
          </p:nvSpPr>
          <p:spPr>
            <a:xfrm>
              <a:off x="341788" y="248152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Methodology </a:t>
              </a:r>
              <a:endParaRPr sz="1200">
                <a:solidFill>
                  <a:schemeClr val="lt1"/>
                </a:solidFill>
                <a:latin typeface="Calibri"/>
                <a:ea typeface="Calibri"/>
                <a:cs typeface="Calibri"/>
                <a:sym typeface="Calibri"/>
              </a:endParaRPr>
            </a:p>
          </p:txBody>
        </p:sp>
        <p:sp>
          <p:nvSpPr>
            <p:cNvPr id="353" name="Google Shape;353;p5"/>
            <p:cNvSpPr/>
            <p:nvPr/>
          </p:nvSpPr>
          <p:spPr>
            <a:xfrm>
              <a:off x="0" y="300963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a:off x="328819" y="287679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txBox="1"/>
            <p:nvPr/>
          </p:nvSpPr>
          <p:spPr>
            <a:xfrm>
              <a:off x="341788" y="288976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Results and Discussions</a:t>
              </a:r>
              <a:endParaRPr/>
            </a:p>
          </p:txBody>
        </p:sp>
        <p:sp>
          <p:nvSpPr>
            <p:cNvPr id="356" name="Google Shape;356;p5"/>
            <p:cNvSpPr/>
            <p:nvPr/>
          </p:nvSpPr>
          <p:spPr>
            <a:xfrm>
              <a:off x="0" y="341787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328819" y="328503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txBox="1"/>
            <p:nvPr/>
          </p:nvSpPr>
          <p:spPr>
            <a:xfrm>
              <a:off x="341788" y="329800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SDG Alignment</a:t>
              </a:r>
              <a:endParaRPr/>
            </a:p>
          </p:txBody>
        </p:sp>
        <p:sp>
          <p:nvSpPr>
            <p:cNvPr id="359" name="Google Shape;359;p5"/>
            <p:cNvSpPr/>
            <p:nvPr/>
          </p:nvSpPr>
          <p:spPr>
            <a:xfrm>
              <a:off x="0" y="3826116"/>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328819" y="3693276"/>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
            <p:cNvSpPr txBox="1"/>
            <p:nvPr/>
          </p:nvSpPr>
          <p:spPr>
            <a:xfrm>
              <a:off x="341788" y="3706245"/>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References</a:t>
              </a:r>
              <a:endParaRPr/>
            </a:p>
          </p:txBody>
        </p:sp>
        <p:sp>
          <p:nvSpPr>
            <p:cNvPr id="362" name="Google Shape;362;p5"/>
            <p:cNvSpPr/>
            <p:nvPr/>
          </p:nvSpPr>
          <p:spPr>
            <a:xfrm>
              <a:off x="0" y="4234355"/>
              <a:ext cx="6576392" cy="226800"/>
            </a:xfrm>
            <a:prstGeom prst="rect">
              <a:avLst/>
            </a:prstGeom>
            <a:solidFill>
              <a:schemeClr val="lt1">
                <a:alpha val="89803"/>
              </a:schemeClr>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328819" y="4101515"/>
              <a:ext cx="4603474" cy="265680"/>
            </a:xfrm>
            <a:prstGeom prst="roundRect">
              <a:avLst>
                <a:gd name="adj" fmla="val 16667"/>
              </a:avLst>
            </a:prstGeom>
            <a:solidFill>
              <a:srgbClr val="4372C3"/>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txBox="1"/>
            <p:nvPr/>
          </p:nvSpPr>
          <p:spPr>
            <a:xfrm>
              <a:off x="341788" y="4114484"/>
              <a:ext cx="4577536" cy="239742"/>
            </a:xfrm>
            <a:prstGeom prst="rect">
              <a:avLst/>
            </a:prstGeom>
            <a:noFill/>
            <a:ln>
              <a:noFill/>
            </a:ln>
          </p:spPr>
          <p:txBody>
            <a:bodyPr spcFirstLastPara="1" wrap="square" lIns="174000" tIns="0" rIns="1740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Industry Mentor - Communication Details</a:t>
              </a:r>
              <a:endParaRPr/>
            </a:p>
          </p:txBody>
        </p:sp>
      </p:grpSp>
      <p:sp>
        <p:nvSpPr>
          <p:cNvPr id="365" name="Google Shape;365;p5"/>
          <p:cNvSpPr txBox="1"/>
          <p:nvPr/>
        </p:nvSpPr>
        <p:spPr>
          <a:xfrm>
            <a:off x="1619672" y="51470"/>
            <a:ext cx="4572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70C0"/>
                </a:solidFill>
                <a:latin typeface="Arial"/>
                <a:ea typeface="Arial"/>
                <a:cs typeface="Arial"/>
                <a:sym typeface="Arial"/>
              </a:rPr>
              <a:t>Presentation Overview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
          <p:cNvSpPr txBox="1">
            <a:spLocks noGrp="1"/>
          </p:cNvSpPr>
          <p:nvPr>
            <p:ph type="title"/>
          </p:nvPr>
        </p:nvSpPr>
        <p:spPr>
          <a:xfrm>
            <a:off x="1167221" y="305265"/>
            <a:ext cx="7853782" cy="5539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595959"/>
              </a:buClr>
              <a:buSzPts val="4000"/>
              <a:buFont typeface="Calibri"/>
              <a:buNone/>
            </a:pPr>
            <a:r>
              <a:rPr lang="en-US" sz="4000">
                <a:latin typeface="Calibri"/>
                <a:ea typeface="Calibri"/>
                <a:cs typeface="Calibri"/>
                <a:sym typeface="Calibri"/>
              </a:rPr>
              <a:t>Project Overview and Background</a:t>
            </a:r>
            <a:endParaRPr sz="4000"/>
          </a:p>
        </p:txBody>
      </p:sp>
      <p:sp>
        <p:nvSpPr>
          <p:cNvPr id="371" name="Google Shape;371;p6"/>
          <p:cNvSpPr txBox="1">
            <a:spLocks noGrp="1"/>
          </p:cNvSpPr>
          <p:nvPr>
            <p:ph type="body" idx="1"/>
          </p:nvPr>
        </p:nvSpPr>
        <p:spPr>
          <a:xfrm>
            <a:off x="389436" y="1340643"/>
            <a:ext cx="8215012" cy="3031307"/>
          </a:xfrm>
          <a:prstGeom prst="rect">
            <a:avLst/>
          </a:prstGeom>
          <a:noFill/>
          <a:ln>
            <a:noFill/>
          </a:ln>
        </p:spPr>
        <p:txBody>
          <a:bodyPr spcFirstLastPara="1" wrap="square" lIns="0" tIns="0" rIns="0" bIns="0" anchor="t" anchorCtr="0">
            <a:spAutoFit/>
          </a:bodyPr>
          <a:lstStyle/>
          <a:p>
            <a:pPr marL="114300" lvl="0" indent="0" algn="l" rtl="0">
              <a:lnSpc>
                <a:spcPct val="100000"/>
              </a:lnSpc>
              <a:spcBef>
                <a:spcPts val="0"/>
              </a:spcBef>
              <a:spcAft>
                <a:spcPts val="0"/>
              </a:spcAft>
              <a:buSzPts val="2400"/>
              <a:buNone/>
            </a:pPr>
            <a:r>
              <a:rPr lang="en-US" sz="1600" b="1">
                <a:latin typeface="Quattrocento Sans"/>
                <a:ea typeface="Quattrocento Sans"/>
                <a:cs typeface="Quattrocento Sans"/>
                <a:sym typeface="Quattrocento Sans"/>
              </a:rPr>
              <a:t>Project Overview:</a:t>
            </a:r>
            <a:endParaRPr sz="1600"/>
          </a:p>
          <a:p>
            <a:pPr marL="514350" lvl="0" indent="-285750" algn="l" rtl="0">
              <a:lnSpc>
                <a:spcPct val="100000"/>
              </a:lnSpc>
              <a:spcBef>
                <a:spcPts val="0"/>
              </a:spcBef>
              <a:spcAft>
                <a:spcPts val="0"/>
              </a:spcAft>
              <a:buSzPts val="2400"/>
              <a:buFont typeface="Arial"/>
              <a:buChar char="•"/>
            </a:pPr>
            <a:r>
              <a:rPr lang="en-US" sz="1600"/>
              <a:t>Develop a smart order and inventory management system for agencies and retailers.</a:t>
            </a:r>
            <a:endParaRPr/>
          </a:p>
          <a:p>
            <a:pPr marL="514350" lvl="0" indent="-285750" algn="l" rtl="0">
              <a:lnSpc>
                <a:spcPct val="100000"/>
              </a:lnSpc>
              <a:spcBef>
                <a:spcPts val="0"/>
              </a:spcBef>
              <a:spcAft>
                <a:spcPts val="0"/>
              </a:spcAft>
              <a:buSzPts val="2400"/>
              <a:buFont typeface="Arial"/>
              <a:buChar char="•"/>
            </a:pPr>
            <a:r>
              <a:rPr lang="en-US" sz="1600"/>
              <a:t>Provide mobile apps for salesmen to record shop orders and track deliveries in real-time.</a:t>
            </a:r>
            <a:endParaRPr/>
          </a:p>
          <a:p>
            <a:pPr marL="514350" lvl="0" indent="-285750" algn="l" rtl="0">
              <a:lnSpc>
                <a:spcPct val="100000"/>
              </a:lnSpc>
              <a:spcBef>
                <a:spcPts val="0"/>
              </a:spcBef>
              <a:spcAft>
                <a:spcPts val="0"/>
              </a:spcAft>
              <a:buSzPts val="2400"/>
              <a:buFont typeface="Arial"/>
              <a:buChar char="•"/>
            </a:pPr>
            <a:r>
              <a:rPr lang="en-US" sz="1600"/>
              <a:t>Enable owners to manage inventory, approve orders, and monitor sales through a desktop admin panel.</a:t>
            </a:r>
            <a:endParaRPr/>
          </a:p>
          <a:p>
            <a:pPr marL="514350" lvl="0" indent="-285750" algn="l" rtl="0">
              <a:lnSpc>
                <a:spcPct val="100000"/>
              </a:lnSpc>
              <a:spcBef>
                <a:spcPts val="0"/>
              </a:spcBef>
              <a:spcAft>
                <a:spcPts val="0"/>
              </a:spcAft>
              <a:buSzPts val="2400"/>
              <a:buFont typeface="Arial"/>
              <a:buChar char="•"/>
            </a:pPr>
            <a:r>
              <a:rPr lang="en-US" sz="1600"/>
              <a:t>Automate billing, inventory tracking, and stock updates to reduce manual errors and save time.</a:t>
            </a:r>
            <a:endParaRPr sz="1600">
              <a:latin typeface="Quattrocento Sans"/>
              <a:ea typeface="Quattrocento Sans"/>
              <a:cs typeface="Quattrocento Sans"/>
              <a:sym typeface="Quattrocento Sans"/>
            </a:endParaRPr>
          </a:p>
          <a:p>
            <a:pPr marL="114300" lvl="0" indent="0" algn="l" rtl="0">
              <a:lnSpc>
                <a:spcPct val="100000"/>
              </a:lnSpc>
              <a:spcBef>
                <a:spcPts val="0"/>
              </a:spcBef>
              <a:spcAft>
                <a:spcPts val="0"/>
              </a:spcAft>
              <a:buSzPts val="2400"/>
              <a:buNone/>
            </a:pPr>
            <a:r>
              <a:rPr lang="en-US" sz="1600" b="1">
                <a:latin typeface="Quattrocento Sans"/>
                <a:ea typeface="Quattrocento Sans"/>
                <a:cs typeface="Quattrocento Sans"/>
                <a:sym typeface="Quattrocento Sans"/>
              </a:rPr>
              <a:t>Background:</a:t>
            </a:r>
            <a:endParaRPr sz="1600">
              <a:latin typeface="Quattrocento Sans"/>
              <a:ea typeface="Quattrocento Sans"/>
              <a:cs typeface="Quattrocento Sans"/>
              <a:sym typeface="Quattrocento Sans"/>
            </a:endParaRPr>
          </a:p>
          <a:p>
            <a:pPr marL="514350" lvl="0" indent="-285750" algn="l" rtl="0">
              <a:lnSpc>
                <a:spcPct val="100000"/>
              </a:lnSpc>
              <a:spcBef>
                <a:spcPts val="0"/>
              </a:spcBef>
              <a:spcAft>
                <a:spcPts val="0"/>
              </a:spcAft>
              <a:buSzPts val="2400"/>
              <a:buFont typeface="Arial"/>
              <a:buChar char="•"/>
            </a:pPr>
            <a:r>
              <a:rPr lang="en-US" sz="1600"/>
              <a:t>Manual order-taking and inventory tracking are time-consuming and error-prone.</a:t>
            </a:r>
            <a:endParaRPr/>
          </a:p>
          <a:p>
            <a:pPr marL="514350" lvl="0" indent="-285750" algn="l" rtl="0">
              <a:lnSpc>
                <a:spcPct val="100000"/>
              </a:lnSpc>
              <a:spcBef>
                <a:spcPts val="0"/>
              </a:spcBef>
              <a:spcAft>
                <a:spcPts val="0"/>
              </a:spcAft>
              <a:buSzPts val="2400"/>
              <a:buFont typeface="Arial"/>
              <a:buChar char="•"/>
            </a:pPr>
            <a:r>
              <a:rPr lang="en-US" sz="1600"/>
              <a:t>Shopkeepers and agency owners face challenges in maintaining accurate stock records and timely approvals.</a:t>
            </a:r>
            <a:endParaRPr/>
          </a:p>
          <a:p>
            <a:pPr marL="514350" lvl="0" indent="-285750" algn="l" rtl="0">
              <a:lnSpc>
                <a:spcPct val="100000"/>
              </a:lnSpc>
              <a:spcBef>
                <a:spcPts val="0"/>
              </a:spcBef>
              <a:spcAft>
                <a:spcPts val="0"/>
              </a:spcAft>
              <a:buSzPts val="2400"/>
              <a:buFont typeface="Arial"/>
              <a:buChar char="•"/>
            </a:pPr>
            <a:r>
              <a:rPr lang="en-US" sz="1600"/>
              <a:t>A digital system ensures scalable, sustainable, and streamlined operations for agencies and retailers.</a:t>
            </a:r>
            <a:endParaRPr/>
          </a:p>
          <a:p>
            <a:pPr marL="514350" lvl="0" indent="-285750" algn="l" rtl="0">
              <a:lnSpc>
                <a:spcPct val="100000"/>
              </a:lnSpc>
              <a:spcBef>
                <a:spcPts val="0"/>
              </a:spcBef>
              <a:spcAft>
                <a:spcPts val="0"/>
              </a:spcAft>
              <a:buSzPts val="2400"/>
              <a:buFont typeface="Arial"/>
              <a:buChar char="•"/>
            </a:pPr>
            <a:r>
              <a:rPr lang="en-US" sz="1600"/>
              <a:t>Mobile-first solutions can empower salesmen with real-time data access and reduce paperwork.</a:t>
            </a:r>
            <a:endParaRPr/>
          </a:p>
          <a:p>
            <a:pPr marL="514350" lvl="0" indent="-133350" algn="l" rtl="0">
              <a:lnSpc>
                <a:spcPct val="100000"/>
              </a:lnSpc>
              <a:spcBef>
                <a:spcPts val="0"/>
              </a:spcBef>
              <a:spcAft>
                <a:spcPts val="0"/>
              </a:spcAft>
              <a:buSzPts val="2400"/>
              <a:buFont typeface="Arial"/>
              <a:buNone/>
            </a:pPr>
            <a:endParaRPr sz="1600"/>
          </a:p>
          <a:p>
            <a:pPr marL="514350" lvl="0" indent="-133350" algn="l" rtl="0">
              <a:lnSpc>
                <a:spcPct val="100000"/>
              </a:lnSpc>
              <a:spcBef>
                <a:spcPts val="0"/>
              </a:spcBef>
              <a:spcAft>
                <a:spcPts val="0"/>
              </a:spcAft>
              <a:buSzPts val="2400"/>
              <a:buFont typeface="Arial"/>
              <a:buNone/>
            </a:pPr>
            <a:endParaRPr sz="1600">
              <a:latin typeface="Quattrocento Sans"/>
              <a:ea typeface="Quattrocento Sans"/>
              <a:cs typeface="Quattrocento Sans"/>
              <a:sym typeface="Quattrocento Sans"/>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7"/>
          <p:cNvSpPr txBox="1">
            <a:spLocks noGrp="1"/>
          </p:cNvSpPr>
          <p:nvPr>
            <p:ph type="title"/>
          </p:nvPr>
        </p:nvSpPr>
        <p:spPr>
          <a:xfrm>
            <a:off x="899592" y="123478"/>
            <a:ext cx="6470476" cy="857250"/>
          </a:xfrm>
          <a:prstGeom prst="rect">
            <a:avLst/>
          </a:prstGeom>
          <a:noFill/>
          <a:ln>
            <a:noFill/>
          </a:ln>
        </p:spPr>
        <p:txBody>
          <a:bodyPr spcFirstLastPara="1" wrap="square" lIns="68550" tIns="34275" rIns="68550" bIns="34275" anchor="ctr" anchorCtr="0">
            <a:noAutofit/>
          </a:bodyPr>
          <a:lstStyle/>
          <a:p>
            <a:pPr marL="0" lvl="0" indent="0" algn="ctr" rtl="0">
              <a:lnSpc>
                <a:spcPct val="100000"/>
              </a:lnSpc>
              <a:spcBef>
                <a:spcPts val="0"/>
              </a:spcBef>
              <a:spcAft>
                <a:spcPts val="0"/>
              </a:spcAft>
              <a:buClr>
                <a:schemeClr val="dk2"/>
              </a:buClr>
              <a:buSzPts val="4400"/>
              <a:buFont typeface="Times New Roman"/>
              <a:buNone/>
            </a:pPr>
            <a:r>
              <a:rPr lang="en-US" sz="4000">
                <a:latin typeface="Times New Roman"/>
                <a:ea typeface="Times New Roman"/>
                <a:cs typeface="Times New Roman"/>
                <a:sym typeface="Times New Roman"/>
              </a:rPr>
              <a:t>Problem Statement</a:t>
            </a:r>
            <a:endParaRPr sz="4000"/>
          </a:p>
        </p:txBody>
      </p:sp>
      <p:sp>
        <p:nvSpPr>
          <p:cNvPr id="377" name="Google Shape;377;p7"/>
          <p:cNvSpPr txBox="1">
            <a:spLocks noGrp="1"/>
          </p:cNvSpPr>
          <p:nvPr>
            <p:ph type="body" idx="1"/>
          </p:nvPr>
        </p:nvSpPr>
        <p:spPr>
          <a:xfrm>
            <a:off x="899592" y="1059582"/>
            <a:ext cx="6315551" cy="3394710"/>
          </a:xfrm>
          <a:prstGeom prst="rect">
            <a:avLst/>
          </a:prstGeom>
          <a:noFill/>
          <a:ln>
            <a:noFill/>
          </a:ln>
        </p:spPr>
        <p:txBody>
          <a:bodyPr spcFirstLastPara="1" wrap="square" lIns="68550" tIns="34275" rIns="68550" bIns="34275" anchor="t" anchorCtr="0">
            <a:noAutofit/>
          </a:bodyPr>
          <a:lstStyle/>
          <a:p>
            <a:pPr marL="258445" lvl="0" indent="-258445" algn="l" rtl="0">
              <a:lnSpc>
                <a:spcPct val="100000"/>
              </a:lnSpc>
              <a:spcBef>
                <a:spcPts val="900"/>
              </a:spcBef>
              <a:spcAft>
                <a:spcPts val="0"/>
              </a:spcAft>
              <a:buClr>
                <a:schemeClr val="dk1"/>
              </a:buClr>
              <a:buSzPts val="1100"/>
              <a:buFont typeface="Quattrocento Sans"/>
              <a:buAutoNum type="arabicPeriod"/>
            </a:pPr>
            <a:r>
              <a:rPr lang="en-US" sz="1575" b="1"/>
              <a:t>Lack of Real-Time Sync </a:t>
            </a:r>
            <a:r>
              <a:rPr lang="en-US" sz="1575"/>
              <a:t>– Distributors and retailers often face mismatched stock records because inventory levels are not updated instantly after each sale or delivery.Inefficient </a:t>
            </a:r>
            <a:endParaRPr/>
          </a:p>
          <a:p>
            <a:pPr marL="258445" lvl="0" indent="-258445" algn="l" rtl="0">
              <a:lnSpc>
                <a:spcPct val="100000"/>
              </a:lnSpc>
              <a:spcBef>
                <a:spcPts val="900"/>
              </a:spcBef>
              <a:spcAft>
                <a:spcPts val="0"/>
              </a:spcAft>
              <a:buClr>
                <a:schemeClr val="dk1"/>
              </a:buClr>
              <a:buSzPts val="1100"/>
              <a:buFont typeface="Quattrocento Sans"/>
              <a:buAutoNum type="arabicPeriod"/>
            </a:pPr>
            <a:r>
              <a:rPr lang="en-US" sz="1575" b="1"/>
              <a:t>Delivery Tracking </a:t>
            </a:r>
            <a:r>
              <a:rPr lang="en-US" sz="1575"/>
              <a:t>– Delivery boys operate without proper digital tools, leading to delays, missed deliveries, and no instant proof of transaction.</a:t>
            </a:r>
            <a:endParaRPr/>
          </a:p>
          <a:p>
            <a:pPr marL="258445" lvl="0" indent="-258445" algn="l" rtl="0">
              <a:lnSpc>
                <a:spcPct val="100000"/>
              </a:lnSpc>
              <a:spcBef>
                <a:spcPts val="900"/>
              </a:spcBef>
              <a:spcAft>
                <a:spcPts val="0"/>
              </a:spcAft>
              <a:buClr>
                <a:schemeClr val="dk1"/>
              </a:buClr>
              <a:buSzPts val="1100"/>
              <a:buFont typeface="Quattrocento Sans"/>
              <a:buAutoNum type="arabicPeriod"/>
            </a:pPr>
            <a:r>
              <a:rPr lang="en-US" sz="1575" b="1"/>
              <a:t>Fragmented Systems </a:t>
            </a:r>
            <a:r>
              <a:rPr lang="en-US" sz="1575"/>
              <a:t>– Inventory management, delivery assignment, and billing are handled on separate systems (or manually), reducing efficiency and increasing duplication of work.</a:t>
            </a:r>
            <a:endParaRPr/>
          </a:p>
          <a:p>
            <a:pPr marL="258445" lvl="0" indent="-258445" algn="l" rtl="0">
              <a:lnSpc>
                <a:spcPct val="100000"/>
              </a:lnSpc>
              <a:spcBef>
                <a:spcPts val="900"/>
              </a:spcBef>
              <a:spcAft>
                <a:spcPts val="0"/>
              </a:spcAft>
              <a:buClr>
                <a:schemeClr val="dk1"/>
              </a:buClr>
              <a:buSzPts val="1100"/>
              <a:buFont typeface="Quattrocento Sans"/>
              <a:buAutoNum type="arabicPeriod"/>
            </a:pPr>
            <a:r>
              <a:rPr lang="en-US" sz="1575" b="1"/>
              <a:t>Limited Transparency &amp; Accountability </a:t>
            </a:r>
            <a:r>
              <a:rPr lang="en-US" sz="1575"/>
              <a:t>– Absence of automated receipt generation makes it difficult to verify deliveries, track payments, and ensure trust between distributors and retailers.</a:t>
            </a:r>
            <a:br>
              <a:rPr lang="en-US" sz="1575"/>
            </a:br>
            <a:endParaRPr sz="1575"/>
          </a:p>
          <a:p>
            <a:pPr marL="0" lvl="0" indent="0" algn="l" rtl="0">
              <a:lnSpc>
                <a:spcPct val="100000"/>
              </a:lnSpc>
              <a:spcBef>
                <a:spcPts val="0"/>
              </a:spcBef>
              <a:spcAft>
                <a:spcPts val="0"/>
              </a:spcAft>
              <a:buClr>
                <a:srgbClr val="E30000"/>
              </a:buClr>
              <a:buSzPts val="2000"/>
              <a:buNone/>
            </a:pPr>
            <a:endParaRPr sz="1425"/>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8"/>
          <p:cNvSpPr txBox="1">
            <a:spLocks noGrp="1"/>
          </p:cNvSpPr>
          <p:nvPr>
            <p:ph type="title"/>
          </p:nvPr>
        </p:nvSpPr>
        <p:spPr>
          <a:xfrm>
            <a:off x="683568" y="217552"/>
            <a:ext cx="7925790" cy="553998"/>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Calibri"/>
              <a:buNone/>
            </a:pPr>
            <a:r>
              <a:rPr lang="en-US" sz="4000">
                <a:latin typeface="Calibri"/>
                <a:ea typeface="Calibri"/>
                <a:cs typeface="Calibri"/>
                <a:sym typeface="Calibri"/>
              </a:rPr>
              <a:t>Project objectives and scope</a:t>
            </a:r>
            <a:endParaRPr/>
          </a:p>
        </p:txBody>
      </p:sp>
      <p:sp>
        <p:nvSpPr>
          <p:cNvPr id="383" name="Google Shape;383;p8"/>
          <p:cNvSpPr txBox="1">
            <a:spLocks noGrp="1"/>
          </p:cNvSpPr>
          <p:nvPr>
            <p:ph type="body" idx="1"/>
          </p:nvPr>
        </p:nvSpPr>
        <p:spPr>
          <a:xfrm>
            <a:off x="827584" y="1131590"/>
            <a:ext cx="7465848" cy="3240360"/>
          </a:xfrm>
          <a:prstGeom prst="rect">
            <a:avLst/>
          </a:prstGeom>
          <a:noFill/>
          <a:ln>
            <a:noFill/>
          </a:ln>
        </p:spPr>
        <p:txBody>
          <a:bodyPr spcFirstLastPara="1" wrap="square" lIns="0" tIns="0" rIns="0" bIns="0" anchor="t" anchorCtr="0">
            <a:spAutoFit/>
          </a:bodyPr>
          <a:lstStyle/>
          <a:p>
            <a:pPr marL="2540" lvl="0" indent="0" algn="l" rtl="0">
              <a:lnSpc>
                <a:spcPct val="100000"/>
              </a:lnSpc>
              <a:spcBef>
                <a:spcPts val="0"/>
              </a:spcBef>
              <a:spcAft>
                <a:spcPts val="0"/>
              </a:spcAft>
              <a:buClr>
                <a:schemeClr val="dk1"/>
              </a:buClr>
              <a:buSzPts val="1440"/>
              <a:buFont typeface="Arial"/>
              <a:buNone/>
            </a:pPr>
            <a:r>
              <a:rPr lang="en-US" sz="1800">
                <a:solidFill>
                  <a:schemeClr val="dk1"/>
                </a:solidFill>
                <a:latin typeface="Calibri"/>
                <a:ea typeface="Calibri"/>
                <a:cs typeface="Calibri"/>
                <a:sym typeface="Calibri"/>
              </a:rPr>
              <a:t>PRO1: Implement role-based login for the agency owner and salesmen to ensure secure access and enable features tailored to each user role.</a:t>
            </a:r>
            <a:endParaRPr/>
          </a:p>
          <a:p>
            <a:pPr marL="2540" lvl="0" indent="0" algn="l" rtl="0">
              <a:lnSpc>
                <a:spcPct val="100000"/>
              </a:lnSpc>
              <a:spcBef>
                <a:spcPts val="675"/>
              </a:spcBef>
              <a:spcAft>
                <a:spcPts val="0"/>
              </a:spcAft>
              <a:buClr>
                <a:schemeClr val="dk1"/>
              </a:buClr>
              <a:buSzPts val="1440"/>
              <a:buFont typeface="Arial"/>
              <a:buNone/>
            </a:pPr>
            <a:r>
              <a:rPr lang="en-US" sz="1800">
                <a:solidFill>
                  <a:schemeClr val="dk1"/>
                </a:solidFill>
                <a:latin typeface="Calibri"/>
                <a:ea typeface="Calibri"/>
                <a:cs typeface="Calibri"/>
                <a:sym typeface="Calibri"/>
              </a:rPr>
              <a:t>PRO2: Deploy real-time inventory management so that stock levels are instantly updated after each sale, delivery, or receipt of stock..</a:t>
            </a:r>
            <a:endParaRPr sz="1800">
              <a:solidFill>
                <a:schemeClr val="dk1"/>
              </a:solidFill>
              <a:latin typeface="Calibri"/>
              <a:ea typeface="Calibri"/>
              <a:cs typeface="Calibri"/>
              <a:sym typeface="Calibri"/>
            </a:endParaRPr>
          </a:p>
          <a:p>
            <a:pPr marL="2540" lvl="0" indent="0" algn="l" rtl="0">
              <a:lnSpc>
                <a:spcPct val="100000"/>
              </a:lnSpc>
              <a:spcBef>
                <a:spcPts val="675"/>
              </a:spcBef>
              <a:spcAft>
                <a:spcPts val="0"/>
              </a:spcAft>
              <a:buClr>
                <a:schemeClr val="dk1"/>
              </a:buClr>
              <a:buSzPts val="1440"/>
              <a:buFont typeface="Arial"/>
              <a:buNone/>
            </a:pPr>
            <a:r>
              <a:rPr lang="en-US" sz="1800">
                <a:solidFill>
                  <a:schemeClr val="dk1"/>
                </a:solidFill>
                <a:latin typeface="Calibri"/>
                <a:ea typeface="Calibri"/>
                <a:cs typeface="Calibri"/>
                <a:sym typeface="Calibri"/>
              </a:rPr>
              <a:t>PRO3: Enable delivery management with a dedicated mobile app/module for salesmen to handle order assignments, status tracking, and proof of delivery..</a:t>
            </a:r>
            <a:endParaRPr sz="1800">
              <a:solidFill>
                <a:schemeClr val="dk1"/>
              </a:solidFill>
              <a:latin typeface="Calibri"/>
              <a:ea typeface="Calibri"/>
              <a:cs typeface="Calibri"/>
              <a:sym typeface="Calibri"/>
            </a:endParaRPr>
          </a:p>
          <a:p>
            <a:pPr marL="2540" lvl="0" indent="0" algn="l" rtl="0">
              <a:lnSpc>
                <a:spcPct val="100000"/>
              </a:lnSpc>
              <a:spcBef>
                <a:spcPts val="675"/>
              </a:spcBef>
              <a:spcAft>
                <a:spcPts val="0"/>
              </a:spcAft>
              <a:buClr>
                <a:schemeClr val="dk1"/>
              </a:buClr>
              <a:buSzPts val="1440"/>
              <a:buFont typeface="Arial"/>
              <a:buNone/>
            </a:pPr>
            <a:r>
              <a:rPr lang="en-US" sz="1800">
                <a:solidFill>
                  <a:schemeClr val="dk1"/>
                </a:solidFill>
                <a:latin typeface="Calibri"/>
                <a:ea typeface="Calibri"/>
                <a:cs typeface="Calibri"/>
                <a:sym typeface="Calibri"/>
              </a:rPr>
              <a:t>PRO4: Automate receipt generation, providing instant digital receipts for every transaction between distributors and retailers, enhancing transparency and accountability.</a:t>
            </a:r>
            <a:endParaRPr sz="1800">
              <a:solidFill>
                <a:schemeClr val="dk1"/>
              </a:solidFill>
              <a:latin typeface="Calibri"/>
              <a:ea typeface="Calibri"/>
              <a:cs typeface="Calibri"/>
              <a:sym typeface="Calibri"/>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9"/>
          <p:cNvSpPr txBox="1">
            <a:spLocks noGrp="1"/>
          </p:cNvSpPr>
          <p:nvPr>
            <p:ph type="title"/>
          </p:nvPr>
        </p:nvSpPr>
        <p:spPr>
          <a:xfrm>
            <a:off x="1043608" y="297881"/>
            <a:ext cx="7712861" cy="560923"/>
          </a:xfrm>
          <a:prstGeom prst="rect">
            <a:avLst/>
          </a:prstGeom>
          <a:noFill/>
          <a:ln>
            <a:noFill/>
          </a:ln>
        </p:spPr>
        <p:txBody>
          <a:bodyPr spcFirstLastPara="1" wrap="square" lIns="0" tIns="0" rIns="0" bIns="0" anchor="t" anchorCtr="0">
            <a:normAutofit fontScale="90000"/>
          </a:bodyPr>
          <a:lstStyle/>
          <a:p>
            <a:pPr marL="0" lvl="0" indent="0" algn="l" rtl="0">
              <a:lnSpc>
                <a:spcPct val="90000"/>
              </a:lnSpc>
              <a:spcBef>
                <a:spcPts val="0"/>
              </a:spcBef>
              <a:spcAft>
                <a:spcPts val="0"/>
              </a:spcAft>
              <a:buClr>
                <a:srgbClr val="595959"/>
              </a:buClr>
              <a:buSzPct val="100000"/>
              <a:buFont typeface="Quattrocento Sans"/>
              <a:buNone/>
            </a:pPr>
            <a:r>
              <a:rPr lang="en-US" sz="2400" b="1"/>
              <a:t>Mapping of Project Outcomes (POs) to Program Outcomes (POs)/Program Specific Outcomes (PSOs)</a:t>
            </a:r>
            <a:endParaRPr sz="2400" b="1"/>
          </a:p>
        </p:txBody>
      </p:sp>
      <p:graphicFrame>
        <p:nvGraphicFramePr>
          <p:cNvPr id="389" name="Google Shape;389;p9"/>
          <p:cNvGraphicFramePr/>
          <p:nvPr/>
        </p:nvGraphicFramePr>
        <p:xfrm>
          <a:off x="539552" y="1369218"/>
          <a:ext cx="3000000" cy="3000000"/>
        </p:xfrm>
        <a:graphic>
          <a:graphicData uri="http://schemas.openxmlformats.org/drawingml/2006/table">
            <a:tbl>
              <a:tblPr firstRow="1" firstCol="1" bandRow="1">
                <a:noFill/>
                <a:tableStyleId>{773D9453-3D1F-48BB-8D19-0919269DF974}</a:tableStyleId>
              </a:tblPr>
              <a:tblGrid>
                <a:gridCol w="680750">
                  <a:extLst>
                    <a:ext uri="{9D8B030D-6E8A-4147-A177-3AD203B41FA5}">
                      <a16:colId xmlns:a16="http://schemas.microsoft.com/office/drawing/2014/main" val="20000"/>
                    </a:ext>
                  </a:extLst>
                </a:gridCol>
                <a:gridCol w="499400">
                  <a:extLst>
                    <a:ext uri="{9D8B030D-6E8A-4147-A177-3AD203B41FA5}">
                      <a16:colId xmlns:a16="http://schemas.microsoft.com/office/drawing/2014/main" val="20001"/>
                    </a:ext>
                  </a:extLst>
                </a:gridCol>
                <a:gridCol w="499400">
                  <a:extLst>
                    <a:ext uri="{9D8B030D-6E8A-4147-A177-3AD203B41FA5}">
                      <a16:colId xmlns:a16="http://schemas.microsoft.com/office/drawing/2014/main" val="20002"/>
                    </a:ext>
                  </a:extLst>
                </a:gridCol>
                <a:gridCol w="499400">
                  <a:extLst>
                    <a:ext uri="{9D8B030D-6E8A-4147-A177-3AD203B41FA5}">
                      <a16:colId xmlns:a16="http://schemas.microsoft.com/office/drawing/2014/main" val="20003"/>
                    </a:ext>
                  </a:extLst>
                </a:gridCol>
                <a:gridCol w="499400">
                  <a:extLst>
                    <a:ext uri="{9D8B030D-6E8A-4147-A177-3AD203B41FA5}">
                      <a16:colId xmlns:a16="http://schemas.microsoft.com/office/drawing/2014/main" val="20004"/>
                    </a:ext>
                  </a:extLst>
                </a:gridCol>
                <a:gridCol w="499400">
                  <a:extLst>
                    <a:ext uri="{9D8B030D-6E8A-4147-A177-3AD203B41FA5}">
                      <a16:colId xmlns:a16="http://schemas.microsoft.com/office/drawing/2014/main" val="20005"/>
                    </a:ext>
                  </a:extLst>
                </a:gridCol>
                <a:gridCol w="499400">
                  <a:extLst>
                    <a:ext uri="{9D8B030D-6E8A-4147-A177-3AD203B41FA5}">
                      <a16:colId xmlns:a16="http://schemas.microsoft.com/office/drawing/2014/main" val="20006"/>
                    </a:ext>
                  </a:extLst>
                </a:gridCol>
                <a:gridCol w="499400">
                  <a:extLst>
                    <a:ext uri="{9D8B030D-6E8A-4147-A177-3AD203B41FA5}">
                      <a16:colId xmlns:a16="http://schemas.microsoft.com/office/drawing/2014/main" val="20007"/>
                    </a:ext>
                  </a:extLst>
                </a:gridCol>
                <a:gridCol w="499400">
                  <a:extLst>
                    <a:ext uri="{9D8B030D-6E8A-4147-A177-3AD203B41FA5}">
                      <a16:colId xmlns:a16="http://schemas.microsoft.com/office/drawing/2014/main" val="20008"/>
                    </a:ext>
                  </a:extLst>
                </a:gridCol>
                <a:gridCol w="499400">
                  <a:extLst>
                    <a:ext uri="{9D8B030D-6E8A-4147-A177-3AD203B41FA5}">
                      <a16:colId xmlns:a16="http://schemas.microsoft.com/office/drawing/2014/main" val="20009"/>
                    </a:ext>
                  </a:extLst>
                </a:gridCol>
                <a:gridCol w="472425">
                  <a:extLst>
                    <a:ext uri="{9D8B030D-6E8A-4147-A177-3AD203B41FA5}">
                      <a16:colId xmlns:a16="http://schemas.microsoft.com/office/drawing/2014/main" val="20010"/>
                    </a:ext>
                  </a:extLst>
                </a:gridCol>
                <a:gridCol w="581825">
                  <a:extLst>
                    <a:ext uri="{9D8B030D-6E8A-4147-A177-3AD203B41FA5}">
                      <a16:colId xmlns:a16="http://schemas.microsoft.com/office/drawing/2014/main" val="20011"/>
                    </a:ext>
                  </a:extLst>
                </a:gridCol>
                <a:gridCol w="581825">
                  <a:extLst>
                    <a:ext uri="{9D8B030D-6E8A-4147-A177-3AD203B41FA5}">
                      <a16:colId xmlns:a16="http://schemas.microsoft.com/office/drawing/2014/main" val="20012"/>
                    </a:ext>
                  </a:extLst>
                </a:gridCol>
                <a:gridCol w="580325">
                  <a:extLst>
                    <a:ext uri="{9D8B030D-6E8A-4147-A177-3AD203B41FA5}">
                      <a16:colId xmlns:a16="http://schemas.microsoft.com/office/drawing/2014/main" val="20013"/>
                    </a:ext>
                  </a:extLst>
                </a:gridCol>
                <a:gridCol w="580325">
                  <a:extLst>
                    <a:ext uri="{9D8B030D-6E8A-4147-A177-3AD203B41FA5}">
                      <a16:colId xmlns:a16="http://schemas.microsoft.com/office/drawing/2014/main" val="20014"/>
                    </a:ext>
                  </a:extLst>
                </a:gridCol>
              </a:tblGrid>
              <a:tr h="341325">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CO/PO</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PO1</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PO2</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PO3</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PO4</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PO5</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PO6</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PO7</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PO8</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PO9</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P10</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PO11</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PO12</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PSO1</a:t>
                      </a:r>
                      <a:endParaRPr sz="1100" u="none" strike="noStrike" cap="none">
                        <a:latin typeface="Arial"/>
                        <a:ea typeface="Arial"/>
                        <a:cs typeface="Arial"/>
                        <a:sym typeface="Arial"/>
                      </a:endParaRPr>
                    </a:p>
                  </a:txBody>
                  <a:tcPr marL="61500" marR="61500" marT="0" marB="0" anchor="b"/>
                </a:tc>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PSO2</a:t>
                      </a:r>
                      <a:endParaRPr sz="1100" u="none" strike="noStrike" cap="none">
                        <a:latin typeface="Arial"/>
                        <a:ea typeface="Arial"/>
                        <a:cs typeface="Arial"/>
                        <a:sym typeface="Arial"/>
                      </a:endParaRPr>
                    </a:p>
                  </a:txBody>
                  <a:tcPr marL="61500" marR="61500" marT="0" marB="0" anchor="b"/>
                </a:tc>
                <a:extLst>
                  <a:ext uri="{0D108BD9-81ED-4DB2-BD59-A6C34878D82A}">
                    <a16:rowId xmlns:a16="http://schemas.microsoft.com/office/drawing/2014/main" val="10000"/>
                  </a:ext>
                </a:extLst>
              </a:tr>
              <a:tr h="341325">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PRO1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 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extLst>
                  <a:ext uri="{0D108BD9-81ED-4DB2-BD59-A6C34878D82A}">
                    <a16:rowId xmlns:a16="http://schemas.microsoft.com/office/drawing/2014/main" val="10001"/>
                  </a:ext>
                </a:extLst>
              </a:tr>
              <a:tr h="341325">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PRO2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1 </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extLst>
                  <a:ext uri="{0D108BD9-81ED-4DB2-BD59-A6C34878D82A}">
                    <a16:rowId xmlns:a16="http://schemas.microsoft.com/office/drawing/2014/main" val="10002"/>
                  </a:ext>
                </a:extLst>
              </a:tr>
              <a:tr h="341325">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PRO3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 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2 </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extLst>
                  <a:ext uri="{0D108BD9-81ED-4DB2-BD59-A6C34878D82A}">
                    <a16:rowId xmlns:a16="http://schemas.microsoft.com/office/drawing/2014/main" val="10003"/>
                  </a:ext>
                </a:extLst>
              </a:tr>
              <a:tr h="341325">
                <a:tc>
                  <a:txBody>
                    <a:bodyPr/>
                    <a:lstStyle/>
                    <a:p>
                      <a:pPr marL="0" marR="0" lvl="0" indent="0" algn="l" rtl="0">
                        <a:lnSpc>
                          <a:spcPct val="115000"/>
                        </a:lnSpc>
                        <a:spcBef>
                          <a:spcPts val="0"/>
                        </a:spcBef>
                        <a:spcAft>
                          <a:spcPts val="0"/>
                        </a:spcAft>
                        <a:buClr>
                          <a:schemeClr val="dk1"/>
                        </a:buClr>
                        <a:buSzPts val="1100"/>
                        <a:buFont typeface="Quattrocento Sans"/>
                        <a:buNone/>
                      </a:pPr>
                      <a:r>
                        <a:rPr lang="en-US" sz="1100" u="none" strike="noStrike" cap="none"/>
                        <a:t>PRO4</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          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1 </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3</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Quattrocento Sans"/>
                        <a:buNone/>
                      </a:pPr>
                      <a:r>
                        <a:rPr lang="en-US" sz="1100" u="none" strike="noStrike" cap="none"/>
                        <a:t>2 </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1</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tc>
                  <a:txBody>
                    <a:bodyPr/>
                    <a:lstStyle/>
                    <a:p>
                      <a:pPr marL="0" marR="0" lvl="0" indent="0" algn="r" rtl="0">
                        <a:lnSpc>
                          <a:spcPct val="115000"/>
                        </a:lnSpc>
                        <a:spcBef>
                          <a:spcPts val="0"/>
                        </a:spcBef>
                        <a:spcAft>
                          <a:spcPts val="0"/>
                        </a:spcAft>
                        <a:buClr>
                          <a:schemeClr val="dk1"/>
                        </a:buClr>
                        <a:buSzPts val="1100"/>
                        <a:buFont typeface="Arial"/>
                        <a:buNone/>
                      </a:pPr>
                      <a:r>
                        <a:rPr lang="en-US" sz="1100" u="none" strike="noStrike" cap="none">
                          <a:latin typeface="Arial"/>
                          <a:ea typeface="Arial"/>
                          <a:cs typeface="Arial"/>
                          <a:sym typeface="Arial"/>
                        </a:rPr>
                        <a:t>2</a:t>
                      </a:r>
                      <a:endParaRPr sz="1100" u="none" strike="noStrike" cap="none">
                        <a:latin typeface="Arial"/>
                        <a:ea typeface="Arial"/>
                        <a:cs typeface="Arial"/>
                        <a:sym typeface="Arial"/>
                      </a:endParaRPr>
                    </a:p>
                  </a:txBody>
                  <a:tcPr marL="61500" marR="61500" marT="0" marB="0" anchor="b"/>
                </a:tc>
                <a:extLst>
                  <a:ext uri="{0D108BD9-81ED-4DB2-BD59-A6C34878D82A}">
                    <a16:rowId xmlns:a16="http://schemas.microsoft.com/office/drawing/2014/main" val="10004"/>
                  </a:ext>
                </a:extLst>
              </a:tr>
            </a:tbl>
          </a:graphicData>
        </a:graphic>
      </p:graphicFrame>
      <p:sp>
        <p:nvSpPr>
          <p:cNvPr id="390" name="Google Shape;390;p9"/>
          <p:cNvSpPr txBox="1"/>
          <p:nvPr/>
        </p:nvSpPr>
        <p:spPr>
          <a:xfrm>
            <a:off x="395628" y="3435845"/>
            <a:ext cx="8363938" cy="13314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rgbClr val="E30000"/>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0"/>
          <p:cNvSpPr txBox="1">
            <a:spLocks noGrp="1"/>
          </p:cNvSpPr>
          <p:nvPr>
            <p:ph type="title"/>
          </p:nvPr>
        </p:nvSpPr>
        <p:spPr>
          <a:xfrm>
            <a:off x="2315113" y="243469"/>
            <a:ext cx="6916239" cy="56092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595959"/>
              </a:buClr>
              <a:buSzPts val="4000"/>
              <a:buFont typeface="Quattrocento Sans"/>
              <a:buNone/>
            </a:pPr>
            <a:r>
              <a:rPr lang="en-US" b="1"/>
              <a:t>Literature Review</a:t>
            </a:r>
            <a:endParaRPr/>
          </a:p>
        </p:txBody>
      </p:sp>
      <p:graphicFrame>
        <p:nvGraphicFramePr>
          <p:cNvPr id="396" name="Google Shape;396;p10"/>
          <p:cNvGraphicFramePr/>
          <p:nvPr/>
        </p:nvGraphicFramePr>
        <p:xfrm>
          <a:off x="179512" y="804394"/>
          <a:ext cx="3000000" cy="3000000"/>
        </p:xfrm>
        <a:graphic>
          <a:graphicData uri="http://schemas.openxmlformats.org/drawingml/2006/table">
            <a:tbl>
              <a:tblPr>
                <a:noFill/>
                <a:tableStyleId>{278CF5D0-BAC3-427A-A942-1BCA0A6B272A}</a:tableStyleId>
              </a:tblPr>
              <a:tblGrid>
                <a:gridCol w="504050">
                  <a:extLst>
                    <a:ext uri="{9D8B030D-6E8A-4147-A177-3AD203B41FA5}">
                      <a16:colId xmlns:a16="http://schemas.microsoft.com/office/drawing/2014/main" val="20000"/>
                    </a:ext>
                  </a:extLst>
                </a:gridCol>
                <a:gridCol w="2290100">
                  <a:extLst>
                    <a:ext uri="{9D8B030D-6E8A-4147-A177-3AD203B41FA5}">
                      <a16:colId xmlns:a16="http://schemas.microsoft.com/office/drawing/2014/main" val="20001"/>
                    </a:ext>
                  </a:extLst>
                </a:gridCol>
                <a:gridCol w="1697525">
                  <a:extLst>
                    <a:ext uri="{9D8B030D-6E8A-4147-A177-3AD203B41FA5}">
                      <a16:colId xmlns:a16="http://schemas.microsoft.com/office/drawing/2014/main" val="20002"/>
                    </a:ext>
                  </a:extLst>
                </a:gridCol>
                <a:gridCol w="1558625">
                  <a:extLst>
                    <a:ext uri="{9D8B030D-6E8A-4147-A177-3AD203B41FA5}">
                      <a16:colId xmlns:a16="http://schemas.microsoft.com/office/drawing/2014/main" val="20003"/>
                    </a:ext>
                  </a:extLst>
                </a:gridCol>
                <a:gridCol w="2753175">
                  <a:extLst>
                    <a:ext uri="{9D8B030D-6E8A-4147-A177-3AD203B41FA5}">
                      <a16:colId xmlns:a16="http://schemas.microsoft.com/office/drawing/2014/main" val="20004"/>
                    </a:ext>
                  </a:extLst>
                </a:gridCol>
              </a:tblGrid>
              <a:tr h="318325">
                <a:tc>
                  <a:txBody>
                    <a:bodyPr/>
                    <a:lstStyle/>
                    <a:p>
                      <a:pPr marL="0" marR="0" lvl="0" indent="0" algn="l" rtl="0">
                        <a:spcBef>
                          <a:spcPts val="0"/>
                        </a:spcBef>
                        <a:spcAft>
                          <a:spcPts val="0"/>
                        </a:spcAft>
                        <a:buClr>
                          <a:schemeClr val="dk1"/>
                        </a:buClr>
                        <a:buSzPts val="1350"/>
                        <a:buFont typeface="Quattrocento Sans"/>
                        <a:buNone/>
                      </a:pPr>
                      <a:r>
                        <a:rPr lang="en-US" sz="1350" b="0" u="none" strike="noStrike" cap="none"/>
                        <a:t>S. N.</a:t>
                      </a:r>
                      <a:endParaRPr/>
                    </a:p>
                  </a:txBody>
                  <a:tcPr marL="60950" marR="60950" marT="60950" marB="60950">
                    <a:solidFill>
                      <a:srgbClr val="0082B3"/>
                    </a:solidFill>
                  </a:tcPr>
                </a:tc>
                <a:tc>
                  <a:txBody>
                    <a:bodyPr/>
                    <a:lstStyle/>
                    <a:p>
                      <a:pPr marL="0" marR="0" lvl="0" indent="0" algn="l" rtl="0">
                        <a:spcBef>
                          <a:spcPts val="0"/>
                        </a:spcBef>
                        <a:spcAft>
                          <a:spcPts val="0"/>
                        </a:spcAft>
                        <a:buClr>
                          <a:schemeClr val="dk1"/>
                        </a:buClr>
                        <a:buSzPts val="1350"/>
                        <a:buFont typeface="Quattrocento Sans"/>
                        <a:buNone/>
                      </a:pPr>
                      <a:r>
                        <a:rPr lang="en-US" sz="1350" b="0" u="none" strike="noStrike" cap="none"/>
                        <a:t>Title of the Paper</a:t>
                      </a:r>
                      <a:endParaRPr/>
                    </a:p>
                  </a:txBody>
                  <a:tcPr marL="60950" marR="60950" marT="60950" marB="60950">
                    <a:solidFill>
                      <a:srgbClr val="0082B3"/>
                    </a:solidFill>
                  </a:tcPr>
                </a:tc>
                <a:tc>
                  <a:txBody>
                    <a:bodyPr/>
                    <a:lstStyle/>
                    <a:p>
                      <a:pPr marL="0" marR="0" lvl="0" indent="0" algn="l" rtl="0">
                        <a:spcBef>
                          <a:spcPts val="0"/>
                        </a:spcBef>
                        <a:spcAft>
                          <a:spcPts val="0"/>
                        </a:spcAft>
                        <a:buClr>
                          <a:schemeClr val="dk1"/>
                        </a:buClr>
                        <a:buSzPts val="1350"/>
                        <a:buFont typeface="Quattrocento Sans"/>
                        <a:buNone/>
                      </a:pPr>
                      <a:r>
                        <a:rPr lang="en-US" sz="1350" b="0" u="none" strike="noStrike" cap="none"/>
                        <a:t>Key Finding</a:t>
                      </a:r>
                      <a:endParaRPr/>
                    </a:p>
                  </a:txBody>
                  <a:tcPr marL="60950" marR="60950" marT="60950" marB="60950">
                    <a:solidFill>
                      <a:srgbClr val="0082B3"/>
                    </a:solidFill>
                  </a:tcPr>
                </a:tc>
                <a:tc>
                  <a:txBody>
                    <a:bodyPr/>
                    <a:lstStyle/>
                    <a:p>
                      <a:pPr marL="0" marR="0" lvl="0" indent="0" algn="l" rtl="0">
                        <a:spcBef>
                          <a:spcPts val="0"/>
                        </a:spcBef>
                        <a:spcAft>
                          <a:spcPts val="0"/>
                        </a:spcAft>
                        <a:buClr>
                          <a:schemeClr val="dk1"/>
                        </a:buClr>
                        <a:buSzPts val="1350"/>
                        <a:buFont typeface="Quattrocento Sans"/>
                        <a:buNone/>
                      </a:pPr>
                      <a:r>
                        <a:rPr lang="en-US" sz="1350" b="0" u="none" strike="noStrike" cap="none"/>
                        <a:t>Gap Finding</a:t>
                      </a:r>
                      <a:endParaRPr/>
                    </a:p>
                  </a:txBody>
                  <a:tcPr marL="60950" marR="60950" marT="60950" marB="60950">
                    <a:solidFill>
                      <a:srgbClr val="0082B3"/>
                    </a:solidFill>
                  </a:tcPr>
                </a:tc>
                <a:tc>
                  <a:txBody>
                    <a:bodyPr/>
                    <a:lstStyle/>
                    <a:p>
                      <a:pPr marL="0" marR="0" lvl="0" indent="0" algn="l" rtl="0">
                        <a:spcBef>
                          <a:spcPts val="0"/>
                        </a:spcBef>
                        <a:spcAft>
                          <a:spcPts val="0"/>
                        </a:spcAft>
                        <a:buClr>
                          <a:schemeClr val="dk1"/>
                        </a:buClr>
                        <a:buSzPts val="1350"/>
                        <a:buFont typeface="Quattrocento Sans"/>
                        <a:buNone/>
                      </a:pPr>
                      <a:r>
                        <a:rPr lang="en-US" sz="1350" b="0" u="none" strike="noStrike" cap="none"/>
                        <a:t>Research Objective</a:t>
                      </a:r>
                      <a:endParaRPr/>
                    </a:p>
                  </a:txBody>
                  <a:tcPr marL="60950" marR="60950" marT="60950" marB="60950">
                    <a:solidFill>
                      <a:srgbClr val="0082B3"/>
                    </a:solidFill>
                  </a:tcPr>
                </a:tc>
                <a:extLst>
                  <a:ext uri="{0D108BD9-81ED-4DB2-BD59-A6C34878D82A}">
                    <a16:rowId xmlns:a16="http://schemas.microsoft.com/office/drawing/2014/main" val="10000"/>
                  </a:ext>
                </a:extLst>
              </a:tr>
              <a:tr h="1079650">
                <a:tc>
                  <a:txBody>
                    <a:bodyPr/>
                    <a:lstStyle/>
                    <a:p>
                      <a:pPr marL="0" marR="0" lvl="0" indent="0" algn="l" rtl="0">
                        <a:spcBef>
                          <a:spcPts val="0"/>
                        </a:spcBef>
                        <a:spcAft>
                          <a:spcPts val="0"/>
                        </a:spcAft>
                        <a:buClr>
                          <a:schemeClr val="dk1"/>
                        </a:buClr>
                        <a:buSzPts val="1350"/>
                        <a:buFont typeface="Quattrocento Sans"/>
                        <a:buNone/>
                      </a:pPr>
                      <a:r>
                        <a:rPr lang="en-US" sz="1350" u="none" strike="noStrike" cap="none"/>
                        <a:t>1</a:t>
                      </a:r>
                      <a:endParaRPr/>
                    </a:p>
                  </a:txBody>
                  <a:tcPr marL="60950" marR="60950" marT="45725" marB="45725" anchor="ctr">
                    <a:solidFill>
                      <a:srgbClr val="C8EFFE"/>
                    </a:solidFill>
                  </a:tcPr>
                </a:tc>
                <a:tc>
                  <a:txBody>
                    <a:bodyPr/>
                    <a:lstStyle/>
                    <a:p>
                      <a:pPr marL="0" marR="0" lvl="0" indent="0" algn="l" rtl="0">
                        <a:lnSpc>
                          <a:spcPct val="100000"/>
                        </a:lnSpc>
                        <a:spcBef>
                          <a:spcPts val="0"/>
                        </a:spcBef>
                        <a:spcAft>
                          <a:spcPts val="0"/>
                        </a:spcAft>
                        <a:buClr>
                          <a:schemeClr val="dk1"/>
                        </a:buClr>
                        <a:buSzPts val="1000"/>
                        <a:buFont typeface="Quattrocento Sans"/>
                        <a:buNone/>
                      </a:pPr>
                      <a:r>
                        <a:rPr lang="en-US" sz="1000" u="none" strike="noStrike" cap="none"/>
                        <a:t>Mature Inventory Management for Supply Chain Automation: An Interlinked Process-Reference Model</a:t>
                      </a:r>
                      <a:endParaRPr/>
                    </a:p>
                    <a:p>
                      <a:pPr marL="0" marR="0" lvl="0" indent="0" algn="l" rtl="0">
                        <a:lnSpc>
                          <a:spcPct val="100000"/>
                        </a:lnSpc>
                        <a:spcBef>
                          <a:spcPts val="0"/>
                        </a:spcBef>
                        <a:spcAft>
                          <a:spcPts val="0"/>
                        </a:spcAft>
                        <a:buClr>
                          <a:schemeClr val="dk1"/>
                        </a:buClr>
                        <a:buSzPts val="1000"/>
                        <a:buFont typeface="Times New Roman"/>
                        <a:buNone/>
                      </a:pPr>
                      <a:r>
                        <a:rPr lang="en-US" sz="1000" u="none" strike="noStrike" cap="none">
                          <a:latin typeface="Times New Roman"/>
                          <a:ea typeface="Times New Roman"/>
                          <a:cs typeface="Times New Roman"/>
                          <a:sym typeface="Times New Roman"/>
                        </a:rPr>
                        <a:t>(</a:t>
                      </a:r>
                      <a:r>
                        <a:rPr lang="en-US" sz="1000" u="none" strike="noStrike" cap="none"/>
                        <a:t>Lukas Grützne , 2025</a:t>
                      </a:r>
                      <a:r>
                        <a:rPr lang="en-US" sz="1000" u="none" strike="noStrike" cap="none">
                          <a:latin typeface="Times New Roman"/>
                          <a:ea typeface="Times New Roman"/>
                          <a:cs typeface="Times New Roman"/>
                          <a:sym typeface="Times New Roman"/>
                        </a:rPr>
                        <a:t>)</a:t>
                      </a:r>
                      <a:endParaRPr/>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Defines Supply Chain Automation (SCA); resilience in inventory systems; decision support using MCABC</a:t>
                      </a:r>
                      <a:endParaRPr/>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Limited adoption of advanced classification models (MCABC); gap between theoretical models and implementation</a:t>
                      </a:r>
                      <a:endParaRPr/>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Enhance decision support frameworks within supply chain inventory systems.</a:t>
                      </a:r>
                      <a:endParaRPr sz="1000" u="none" strike="noStrike" cap="none"/>
                    </a:p>
                  </a:txBody>
                  <a:tcPr marL="60950" marR="60950" marT="45725" marB="45725" anchor="ctr">
                    <a:solidFill>
                      <a:srgbClr val="C8EFFE"/>
                    </a:solidFill>
                  </a:tcPr>
                </a:tc>
                <a:extLst>
                  <a:ext uri="{0D108BD9-81ED-4DB2-BD59-A6C34878D82A}">
                    <a16:rowId xmlns:a16="http://schemas.microsoft.com/office/drawing/2014/main" val="10001"/>
                  </a:ext>
                </a:extLst>
              </a:tr>
              <a:tr h="1008100">
                <a:tc>
                  <a:txBody>
                    <a:bodyPr/>
                    <a:lstStyle/>
                    <a:p>
                      <a:pPr marL="0" marR="0" lvl="0" indent="0" algn="l" rtl="0">
                        <a:spcBef>
                          <a:spcPts val="0"/>
                        </a:spcBef>
                        <a:spcAft>
                          <a:spcPts val="0"/>
                        </a:spcAft>
                        <a:buClr>
                          <a:schemeClr val="dk1"/>
                        </a:buClr>
                        <a:buSzPts val="1350"/>
                        <a:buFont typeface="Quattrocento Sans"/>
                        <a:buNone/>
                      </a:pPr>
                      <a:r>
                        <a:rPr lang="en-US" sz="1350" u="none" strike="noStrike" cap="none"/>
                        <a:t>2</a:t>
                      </a:r>
                      <a:endParaRPr/>
                    </a:p>
                  </a:txBody>
                  <a:tcPr marL="60950" marR="60950" marT="45725" marB="45725" anchor="ctr">
                    <a:solidFill>
                      <a:srgbClr val="92E1FF"/>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Predict and Optimize: A Smart Inventory Management Model for Beauty Retail (Zahra Namazian , 2025)</a:t>
                      </a:r>
                      <a:endParaRPr sz="1000" u="none" strike="noStrike" cap="none"/>
                    </a:p>
                  </a:txBody>
                  <a:tcPr marL="60950" marR="60950" marT="45725" marB="45725" anchor="ctr">
                    <a:solidFill>
                      <a:srgbClr val="92E1FF"/>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Combines demand prediction with optimization; improves service levels</a:t>
                      </a:r>
                      <a:endParaRPr/>
                    </a:p>
                  </a:txBody>
                  <a:tcPr marL="60950" marR="60950" marT="45725" marB="45725" anchor="ctr">
                    <a:solidFill>
                      <a:srgbClr val="92E1FF"/>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Requires large historical datasets (2+ years); computationally heavy; fixed ordering cycles reduce flexibility</a:t>
                      </a:r>
                      <a:endParaRPr/>
                    </a:p>
                  </a:txBody>
                  <a:tcPr marL="60950" marR="60950" marT="45725" marB="45725" anchor="ctr">
                    <a:solidFill>
                      <a:srgbClr val="92E1FF"/>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Develop scalable optimization techniques that allow for flexible ordering cycles.</a:t>
                      </a:r>
                      <a:endParaRPr/>
                    </a:p>
                  </a:txBody>
                  <a:tcPr marL="60950" marR="60950" marT="45725" marB="45725" anchor="ctr">
                    <a:solidFill>
                      <a:srgbClr val="92E1FF"/>
                    </a:solidFill>
                  </a:tcPr>
                </a:tc>
                <a:extLst>
                  <a:ext uri="{0D108BD9-81ED-4DB2-BD59-A6C34878D82A}">
                    <a16:rowId xmlns:a16="http://schemas.microsoft.com/office/drawing/2014/main" val="10002"/>
                  </a:ext>
                </a:extLst>
              </a:tr>
              <a:tr h="1073550">
                <a:tc>
                  <a:txBody>
                    <a:bodyPr/>
                    <a:lstStyle/>
                    <a:p>
                      <a:pPr marL="0" marR="0" lvl="0" indent="0" algn="l" rtl="0">
                        <a:spcBef>
                          <a:spcPts val="0"/>
                        </a:spcBef>
                        <a:spcAft>
                          <a:spcPts val="0"/>
                        </a:spcAft>
                        <a:buClr>
                          <a:schemeClr val="dk1"/>
                        </a:buClr>
                        <a:buSzPts val="1350"/>
                        <a:buFont typeface="Quattrocento Sans"/>
                        <a:buNone/>
                      </a:pPr>
                      <a:r>
                        <a:rPr lang="en-US" sz="1350" u="none" strike="noStrike" cap="none"/>
                        <a:t>3</a:t>
                      </a:r>
                      <a:endParaRPr/>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A Stochastic Deteriorated Single Product Inventory System Sustaining in Heterogeneous Environments with Restricted Compulsory Waiting Period in reordering (Viswanath Jagadeesan , 2025)</a:t>
                      </a:r>
                      <a:endParaRPr sz="1000" u="none" strike="noStrike" cap="none"/>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Accounts for perishability and deterioration; introduces Compulsory Waiting Period (CWP)</a:t>
                      </a:r>
                      <a:endParaRPr sz="1000" u="none" strike="noStrike" cap="none"/>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Focuses only on single product; mathematically complex; data-intensive (deterioration rates, environment factors)</a:t>
                      </a:r>
                      <a:endParaRPr/>
                    </a:p>
                  </a:txBody>
                  <a:tcPr marL="60950" marR="60950" marT="45725" marB="45725" anchor="ctr">
                    <a:solidFill>
                      <a:srgbClr val="C8EFFE"/>
                    </a:solidFill>
                  </a:tcPr>
                </a:tc>
                <a:tc>
                  <a:txBody>
                    <a:bodyPr/>
                    <a:lstStyle/>
                    <a:p>
                      <a:pPr marL="0" marR="0" lvl="0" indent="0" algn="l" rtl="0">
                        <a:spcBef>
                          <a:spcPts val="0"/>
                        </a:spcBef>
                        <a:spcAft>
                          <a:spcPts val="0"/>
                        </a:spcAft>
                        <a:buClr>
                          <a:schemeClr val="dk1"/>
                        </a:buClr>
                        <a:buSzPts val="1000"/>
                        <a:buFont typeface="Quattrocento Sans"/>
                        <a:buNone/>
                      </a:pPr>
                      <a:r>
                        <a:rPr lang="en-US" sz="1000" u="none" strike="noStrike" cap="none"/>
                        <a:t> Reduce data and computation requirements for real-world application across multiple products.</a:t>
                      </a:r>
                      <a:endParaRPr/>
                    </a:p>
                  </a:txBody>
                  <a:tcPr marL="60950" marR="60950" marT="45725" marB="45725" anchor="ctr">
                    <a:solidFill>
                      <a:srgbClr val="C8EFFE"/>
                    </a:solidFill>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1"/>
          <p:cNvSpPr txBox="1">
            <a:spLocks noGrp="1"/>
          </p:cNvSpPr>
          <p:nvPr>
            <p:ph type="body" idx="1"/>
          </p:nvPr>
        </p:nvSpPr>
        <p:spPr>
          <a:xfrm>
            <a:off x="389436" y="1097758"/>
            <a:ext cx="8368940" cy="3531736"/>
          </a:xfrm>
          <a:prstGeom prst="rect">
            <a:avLst/>
          </a:prstGeom>
          <a:noFill/>
          <a:ln>
            <a:noFill/>
          </a:ln>
        </p:spPr>
        <p:txBody>
          <a:bodyPr spcFirstLastPara="1" wrap="square" lIns="0" tIns="0" rIns="0" bIns="0" anchor="t" anchorCtr="0">
            <a:spAutoFit/>
          </a:bodyPr>
          <a:lstStyle/>
          <a:p>
            <a:pPr marL="457200" lvl="0" indent="-320040" algn="l" rtl="0">
              <a:lnSpc>
                <a:spcPct val="100000"/>
              </a:lnSpc>
              <a:spcBef>
                <a:spcPts val="900"/>
              </a:spcBef>
              <a:spcAft>
                <a:spcPts val="0"/>
              </a:spcAft>
              <a:buClr>
                <a:srgbClr val="595959"/>
              </a:buClr>
              <a:buSzPts val="1440"/>
              <a:buChar char="•"/>
            </a:pPr>
            <a:r>
              <a:rPr lang="en-US" sz="1600">
                <a:latin typeface="Quattrocento Sans"/>
                <a:ea typeface="Quattrocento Sans"/>
                <a:cs typeface="Quattrocento Sans"/>
                <a:sym typeface="Quattrocento Sans"/>
              </a:rPr>
              <a:t>L. Grützne, D. Voss, M.H. Breitner, 2025 — "Mature Inventory Management for Supply Chain Automation: An Interlinked Process-Reference Model"</a:t>
            </a:r>
            <a:endParaRPr sz="1600">
              <a:latin typeface="Quattrocento Sans"/>
              <a:ea typeface="Quattrocento Sans"/>
              <a:cs typeface="Quattrocento Sans"/>
              <a:sym typeface="Quattrocento Sans"/>
            </a:endParaRPr>
          </a:p>
          <a:p>
            <a:pPr marL="457200" lvl="0" indent="-320040" algn="l" rtl="0">
              <a:lnSpc>
                <a:spcPct val="100000"/>
              </a:lnSpc>
              <a:spcBef>
                <a:spcPts val="900"/>
              </a:spcBef>
              <a:spcAft>
                <a:spcPts val="0"/>
              </a:spcAft>
              <a:buClr>
                <a:srgbClr val="595959"/>
              </a:buClr>
              <a:buSzPts val="1440"/>
              <a:buChar char="•"/>
            </a:pPr>
            <a:r>
              <a:rPr lang="en-US" sz="1600">
                <a:latin typeface="Quattrocento Sans"/>
                <a:ea typeface="Quattrocento Sans"/>
                <a:cs typeface="Quattrocento Sans"/>
                <a:sym typeface="Quattrocento Sans"/>
              </a:rPr>
              <a:t>Z. Namazian, J.M. Betts, P.J. Stuckey, 2025 — "Predict and Optimize: A Smart Inventory Management Model for Beauty Retail“</a:t>
            </a:r>
            <a:endParaRPr/>
          </a:p>
          <a:p>
            <a:pPr marL="457200" lvl="0" indent="-320040" algn="l" rtl="0">
              <a:lnSpc>
                <a:spcPct val="100000"/>
              </a:lnSpc>
              <a:spcBef>
                <a:spcPts val="900"/>
              </a:spcBef>
              <a:spcAft>
                <a:spcPts val="0"/>
              </a:spcAft>
              <a:buClr>
                <a:srgbClr val="595959"/>
              </a:buClr>
              <a:buSzPts val="1440"/>
              <a:buChar char="•"/>
            </a:pPr>
            <a:r>
              <a:rPr lang="en-US" sz="1600">
                <a:latin typeface="Quattrocento Sans"/>
                <a:ea typeface="Quattrocento Sans"/>
                <a:cs typeface="Quattrocento Sans"/>
                <a:sym typeface="Quattrocento Sans"/>
              </a:rPr>
              <a:t>V. Jagadeesan, R. Gopal, K. Thanji, R. Cep, V. Schindlerova, M. Elangovan, 2025 — "A Stochastic Deteriorated Single Product Inventory System Sustaining in Heterogeneous Environments with Restricted Compulsory Waiting Period in reordering“</a:t>
            </a:r>
            <a:endParaRPr/>
          </a:p>
          <a:p>
            <a:pPr marL="457200" lvl="0" indent="-320040" algn="l" rtl="0">
              <a:lnSpc>
                <a:spcPct val="100000"/>
              </a:lnSpc>
              <a:spcBef>
                <a:spcPts val="900"/>
              </a:spcBef>
              <a:spcAft>
                <a:spcPts val="0"/>
              </a:spcAft>
              <a:buClr>
                <a:srgbClr val="595959"/>
              </a:buClr>
              <a:buSzPts val="1440"/>
              <a:buChar char="•"/>
            </a:pPr>
            <a:r>
              <a:rPr lang="en-US" sz="1600">
                <a:latin typeface="Quattrocento Sans"/>
                <a:ea typeface="Quattrocento Sans"/>
                <a:cs typeface="Quattrocento Sans"/>
                <a:sym typeface="Quattrocento Sans"/>
              </a:rPr>
              <a:t>R. Sivasamy, 2025 — "On a Queueing Inventory System with Lost Sales, PH Vacation and Random Order Size (s, S) Policy“</a:t>
            </a:r>
            <a:endParaRPr/>
          </a:p>
          <a:p>
            <a:pPr marL="457200" lvl="0" indent="-320040" algn="l" rtl="0">
              <a:lnSpc>
                <a:spcPct val="100000"/>
              </a:lnSpc>
              <a:spcBef>
                <a:spcPts val="900"/>
              </a:spcBef>
              <a:spcAft>
                <a:spcPts val="0"/>
              </a:spcAft>
              <a:buClr>
                <a:srgbClr val="595959"/>
              </a:buClr>
              <a:buSzPts val="1440"/>
              <a:buChar char="•"/>
            </a:pPr>
            <a:r>
              <a:rPr lang="en-US" sz="1600">
                <a:latin typeface="Quattrocento Sans"/>
                <a:ea typeface="Quattrocento Sans"/>
                <a:cs typeface="Quattrocento Sans"/>
                <a:sym typeface="Quattrocento Sans"/>
              </a:rPr>
              <a:t>A. MahmoumGonbadi, A. Genovese, Antonino, 2025 — "An Optimisation Tool for Strategic Planning of Multiple Downgraded Market Levels in Circular Supply Chain Management"</a:t>
            </a:r>
            <a:endParaRPr sz="1600">
              <a:latin typeface="Quattrocento Sans"/>
              <a:ea typeface="Quattrocento Sans"/>
              <a:cs typeface="Quattrocento Sans"/>
              <a:sym typeface="Quattrocento Sans"/>
            </a:endParaRPr>
          </a:p>
        </p:txBody>
      </p:sp>
      <p:sp>
        <p:nvSpPr>
          <p:cNvPr id="402" name="Google Shape;402;p11"/>
          <p:cNvSpPr txBox="1">
            <a:spLocks noGrp="1"/>
          </p:cNvSpPr>
          <p:nvPr>
            <p:ph type="title"/>
          </p:nvPr>
        </p:nvSpPr>
        <p:spPr>
          <a:xfrm>
            <a:off x="1237162" y="228601"/>
            <a:ext cx="6916239" cy="4985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595959"/>
              </a:buClr>
              <a:buSzPts val="3600"/>
              <a:buFont typeface="Quattrocento Sans"/>
              <a:buNone/>
            </a:pPr>
            <a:r>
              <a:rPr lang="en-US" sz="3600" b="1"/>
              <a:t>Base Papers (Journal/ Conference)</a:t>
            </a:r>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12"/>
          <p:cNvSpPr txBox="1">
            <a:spLocks noGrp="1"/>
          </p:cNvSpPr>
          <p:nvPr>
            <p:ph type="title"/>
          </p:nvPr>
        </p:nvSpPr>
        <p:spPr>
          <a:xfrm>
            <a:off x="971600" y="171451"/>
            <a:ext cx="7781774" cy="560923"/>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595959"/>
              </a:buClr>
              <a:buSzPts val="4000"/>
              <a:buFont typeface="Quattrocento Sans"/>
              <a:buNone/>
            </a:pPr>
            <a:r>
              <a:rPr lang="en-US" b="1"/>
              <a:t>Proposed System Architecture</a:t>
            </a:r>
            <a:endParaRPr/>
          </a:p>
        </p:txBody>
      </p:sp>
      <p:sp>
        <p:nvSpPr>
          <p:cNvPr id="408" name="Google Shape;408;p12"/>
          <p:cNvSpPr txBox="1">
            <a:spLocks noGrp="1"/>
          </p:cNvSpPr>
          <p:nvPr>
            <p:ph type="body" idx="1"/>
          </p:nvPr>
        </p:nvSpPr>
        <p:spPr>
          <a:xfrm>
            <a:off x="389436" y="1085850"/>
            <a:ext cx="8363938" cy="276999"/>
          </a:xfrm>
          <a:prstGeom prst="rect">
            <a:avLst/>
          </a:prstGeom>
          <a:noFill/>
          <a:ln>
            <a:noFill/>
          </a:ln>
        </p:spPr>
        <p:txBody>
          <a:bodyPr spcFirstLastPara="1" wrap="square" lIns="0" tIns="0" rIns="0" bIns="0" anchor="t" anchorCtr="0">
            <a:spAutoFit/>
          </a:bodyPr>
          <a:lstStyle/>
          <a:p>
            <a:pPr marL="2540" lvl="0" indent="0" algn="l" rtl="0">
              <a:lnSpc>
                <a:spcPct val="100000"/>
              </a:lnSpc>
              <a:spcBef>
                <a:spcPts val="0"/>
              </a:spcBef>
              <a:spcAft>
                <a:spcPts val="0"/>
              </a:spcAft>
              <a:buClr>
                <a:schemeClr val="dk1"/>
              </a:buClr>
              <a:buSzPts val="1440"/>
              <a:buFont typeface="Arial"/>
              <a:buNone/>
            </a:pPr>
            <a:r>
              <a:rPr lang="en-US" sz="1800">
                <a:solidFill>
                  <a:schemeClr val="dk1"/>
                </a:solidFill>
              </a:rPr>
              <a:t> </a:t>
            </a:r>
            <a:endParaRPr sz="1800">
              <a:solidFill>
                <a:schemeClr val="dk1"/>
              </a:solidFill>
            </a:endParaRPr>
          </a:p>
        </p:txBody>
      </p:sp>
      <p:pic>
        <p:nvPicPr>
          <p:cNvPr id="409" name="Google Shape;409;p12"/>
          <p:cNvPicPr preferRelativeResize="0"/>
          <p:nvPr/>
        </p:nvPicPr>
        <p:blipFill rotWithShape="1">
          <a:blip r:embed="rId3">
            <a:alphaModFix/>
          </a:blip>
          <a:srcRect/>
          <a:stretch/>
        </p:blipFill>
        <p:spPr>
          <a:xfrm>
            <a:off x="1763688" y="771550"/>
            <a:ext cx="5992887" cy="3821447"/>
          </a:xfrm>
          <a:prstGeom prst="rect">
            <a:avLst/>
          </a:prstGeom>
          <a:noFill/>
          <a:ln>
            <a:noFill/>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13"/>
          <p:cNvSpPr txBox="1">
            <a:spLocks noGrp="1"/>
          </p:cNvSpPr>
          <p:nvPr>
            <p:ph type="title"/>
          </p:nvPr>
        </p:nvSpPr>
        <p:spPr>
          <a:xfrm>
            <a:off x="496026" y="51470"/>
            <a:ext cx="7853782" cy="1218795"/>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SzPts val="4400"/>
              <a:buNone/>
            </a:pPr>
            <a:r>
              <a:rPr lang="en-US" sz="4400">
                <a:latin typeface="Arial"/>
                <a:ea typeface="Arial"/>
                <a:cs typeface="Arial"/>
                <a:sym typeface="Arial"/>
              </a:rPr>
              <a:t>Requirement specification</a:t>
            </a:r>
            <a:br>
              <a:rPr lang="en-US" sz="4400">
                <a:latin typeface="Arial"/>
                <a:ea typeface="Arial"/>
                <a:cs typeface="Arial"/>
                <a:sym typeface="Arial"/>
              </a:rPr>
            </a:br>
            <a:r>
              <a:rPr lang="en-US" sz="4400">
                <a:latin typeface="Arial"/>
                <a:ea typeface="Arial"/>
                <a:cs typeface="Arial"/>
                <a:sym typeface="Arial"/>
              </a:rPr>
              <a:t>(</a:t>
            </a:r>
            <a:r>
              <a:rPr lang="en-US" sz="3300">
                <a:latin typeface="Arial"/>
                <a:ea typeface="Arial"/>
                <a:cs typeface="Arial"/>
                <a:sym typeface="Arial"/>
              </a:rPr>
              <a:t>Developer side )</a:t>
            </a:r>
            <a:endParaRPr/>
          </a:p>
        </p:txBody>
      </p:sp>
      <p:sp>
        <p:nvSpPr>
          <p:cNvPr id="415" name="Google Shape;415;p13"/>
          <p:cNvSpPr txBox="1"/>
          <p:nvPr/>
        </p:nvSpPr>
        <p:spPr>
          <a:xfrm>
            <a:off x="251520" y="1299211"/>
            <a:ext cx="3384376" cy="3662541"/>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1"/>
              </a:buClr>
              <a:buSzPts val="1400"/>
              <a:buFont typeface="Quattrocento Sans"/>
              <a:buNone/>
            </a:pPr>
            <a:r>
              <a:rPr lang="en-US" sz="1400" b="1">
                <a:solidFill>
                  <a:schemeClr val="dk1"/>
                </a:solidFill>
                <a:latin typeface="Quattrocento Sans"/>
                <a:ea typeface="Quattrocento Sans"/>
                <a:cs typeface="Quattrocento Sans"/>
                <a:sym typeface="Quattrocento Sans"/>
              </a:rPr>
              <a:t>📦 Software Stack</a:t>
            </a:r>
            <a:endParaRPr/>
          </a:p>
          <a:p>
            <a:pPr marL="114300" marR="0" lvl="0" indent="0" algn="l" rtl="0">
              <a:spcBef>
                <a:spcPts val="0"/>
              </a:spcBef>
              <a:spcAft>
                <a:spcPts val="0"/>
              </a:spcAft>
              <a:buClr>
                <a:schemeClr val="dk1"/>
              </a:buClr>
              <a:buSzPts val="1400"/>
              <a:buFont typeface="Quattrocento Sans"/>
              <a:buNone/>
            </a:pPr>
            <a:endParaRPr sz="1400" b="1">
              <a:solidFill>
                <a:srgbClr val="FF6666"/>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OS: Windows 10/11, Ubuntu server 22.04+</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Backend:  Next.js 14+ (Node.js 20+, App Router) </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Frontend:  Next.js (React 18+), Tailwind CSS 4.0, ShadCN UI</a:t>
            </a:r>
            <a:endParaRPr sz="12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Backend: Next.js 14+ (Node.js 20+, App Router)</a:t>
            </a:r>
            <a:endParaRPr sz="12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Database:  PostgreSQL(recommended),SQLite dB (testing purpose).</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Storage:  Blob Storage (.xlsx, .csv formats), integrated with Node.js libraries (e.g., xlsx, papaparse).</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API Layer: REST &amp; GraphQL (via Next.js API Routes / App Router handlers)</a:t>
            </a:r>
            <a:endParaRPr/>
          </a:p>
          <a:p>
            <a:pPr marL="285750" marR="0" lvl="0" indent="-285750" algn="l"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Deployment: vps hosting using hostinger/ Docker (for on-premises or self-hosted setup)</a:t>
            </a:r>
            <a:endParaRPr sz="1200">
              <a:solidFill>
                <a:schemeClr val="dk1"/>
              </a:solidFill>
              <a:latin typeface="Quattrocento Sans"/>
              <a:ea typeface="Quattrocento Sans"/>
              <a:cs typeface="Quattrocento Sans"/>
              <a:sym typeface="Quattrocento Sans"/>
            </a:endParaRPr>
          </a:p>
        </p:txBody>
      </p:sp>
      <p:sp>
        <p:nvSpPr>
          <p:cNvPr id="416" name="Google Shape;416;p13"/>
          <p:cNvSpPr txBox="1"/>
          <p:nvPr/>
        </p:nvSpPr>
        <p:spPr>
          <a:xfrm>
            <a:off x="4544111" y="1270265"/>
            <a:ext cx="3086900" cy="29546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Quattrocento Sans"/>
                <a:ea typeface="Quattrocento Sans"/>
                <a:cs typeface="Quattrocento Sans"/>
                <a:sym typeface="Quattrocento Sans"/>
              </a:rPr>
              <a:t>💻</a:t>
            </a:r>
            <a:r>
              <a:rPr lang="en-US" sz="1300" b="1">
                <a:solidFill>
                  <a:schemeClr val="dk1"/>
                </a:solidFill>
                <a:latin typeface="Quattrocento Sans"/>
                <a:ea typeface="Quattrocento Sans"/>
                <a:cs typeface="Quattrocento Sans"/>
                <a:sym typeface="Quattrocento Sans"/>
              </a:rPr>
              <a:t> Hardware &amp; Tools</a:t>
            </a:r>
            <a:endParaRPr/>
          </a:p>
          <a:p>
            <a:pPr marL="0" marR="0" lvl="0" indent="0" algn="l" rtl="0">
              <a:spcBef>
                <a:spcPts val="0"/>
              </a:spcBef>
              <a:spcAft>
                <a:spcPts val="0"/>
              </a:spcAft>
              <a:buNone/>
            </a:pPr>
            <a:endParaRPr sz="1300">
              <a:solidFill>
                <a:schemeClr val="dk1"/>
              </a:solidFill>
              <a:latin typeface="Quattrocento Sans"/>
              <a:ea typeface="Quattrocento Sans"/>
              <a:cs typeface="Quattrocento Sans"/>
              <a:sym typeface="Quattrocento Sans"/>
            </a:endParaRPr>
          </a:p>
          <a:p>
            <a:pPr marL="285750" marR="0" lvl="0" indent="-285750" algn="just"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Minimum Hardware:</a:t>
            </a:r>
            <a:endParaRPr/>
          </a:p>
          <a:p>
            <a:pPr marL="0" marR="0" lvl="0" indent="0" algn="just" rtl="0">
              <a:spcBef>
                <a:spcPts val="0"/>
              </a:spcBef>
              <a:spcAft>
                <a:spcPts val="0"/>
              </a:spcAft>
              <a:buNone/>
            </a:pPr>
            <a:r>
              <a:rPr lang="en-US" sz="1300">
                <a:solidFill>
                  <a:schemeClr val="dk1"/>
                </a:solidFill>
                <a:latin typeface="Quattrocento Sans"/>
                <a:ea typeface="Quattrocento Sans"/>
                <a:cs typeface="Quattrocento Sans"/>
                <a:sym typeface="Quattrocento Sans"/>
              </a:rPr>
              <a:t>      CPU: Intel i5 10th Gen or Ryzen 5.</a:t>
            </a:r>
            <a:endParaRPr/>
          </a:p>
          <a:p>
            <a:pPr marL="285750" marR="0" lvl="0" indent="-285750" algn="l"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Ram : 8GB</a:t>
            </a:r>
            <a:endParaRPr/>
          </a:p>
          <a:p>
            <a:pPr marL="285750" marR="0" lvl="0" indent="-285750" algn="just"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Storage: (Preferably 512 GB SSD)</a:t>
            </a:r>
            <a:endParaRPr/>
          </a:p>
          <a:p>
            <a:pPr marL="285750" marR="0" lvl="0" indent="-285750" algn="just"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IDEs:VS Code, Cursor </a:t>
            </a:r>
            <a:endParaRPr/>
          </a:p>
          <a:p>
            <a:pPr marL="285750" marR="0" lvl="0" indent="-285750" algn="just"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(Version Control:Git 2.51.0 or later &amp; GitHub for remote repository management</a:t>
            </a:r>
            <a:endParaRPr/>
          </a:p>
          <a:p>
            <a:pPr marL="285750" marR="0" lvl="0" indent="-285750" algn="just"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Database Tools:pgAdmin (for PostgreSQL), Turso CLI (for SQLite testing)</a:t>
            </a:r>
            <a:endParaRPr/>
          </a:p>
          <a:p>
            <a:pPr marL="285750" marR="0" lvl="0" indent="-285750" algn="just" rtl="0">
              <a:spcBef>
                <a:spcPts val="0"/>
              </a:spcBef>
              <a:spcAft>
                <a:spcPts val="0"/>
              </a:spcAft>
              <a:buClr>
                <a:schemeClr val="dk1"/>
              </a:buClr>
              <a:buSzPts val="1300"/>
              <a:buFont typeface="Arial"/>
              <a:buChar char="•"/>
            </a:pPr>
            <a:r>
              <a:rPr lang="en-US" sz="1300">
                <a:solidFill>
                  <a:schemeClr val="dk1"/>
                </a:solidFill>
                <a:latin typeface="Quattrocento Sans"/>
                <a:ea typeface="Quattrocento Sans"/>
                <a:cs typeface="Quattrocento Sans"/>
                <a:sym typeface="Quattrocento Sans"/>
              </a:rPr>
              <a:t>Servers: vps servers by hostinger </a:t>
            </a:r>
            <a:endParaRPr/>
          </a:p>
          <a:p>
            <a:pPr marL="285750" marR="0" lvl="0" indent="-285750" algn="just" rtl="0">
              <a:spcBef>
                <a:spcPts val="0"/>
              </a:spcBef>
              <a:spcAft>
                <a:spcPts val="0"/>
              </a:spcAft>
              <a:buClr>
                <a:schemeClr val="dk1"/>
              </a:buClr>
              <a:buSzPts val="1200"/>
              <a:buFont typeface="Arial"/>
              <a:buChar char="•"/>
            </a:pPr>
            <a:r>
              <a:rPr lang="en-US" sz="1200">
                <a:solidFill>
                  <a:schemeClr val="dk1"/>
                </a:solidFill>
                <a:latin typeface="Quattrocento Sans"/>
                <a:ea typeface="Quattrocento Sans"/>
                <a:cs typeface="Quattrocento Sans"/>
                <a:sym typeface="Quattrocento Sans"/>
              </a:rPr>
              <a:t>Package Management: npm 10+</a:t>
            </a:r>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4"/>
          <p:cNvSpPr txBox="1">
            <a:spLocks noGrp="1"/>
          </p:cNvSpPr>
          <p:nvPr>
            <p:ph type="title"/>
          </p:nvPr>
        </p:nvSpPr>
        <p:spPr>
          <a:xfrm>
            <a:off x="1401741" y="297881"/>
            <a:ext cx="7354728" cy="1107996"/>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Arial"/>
              <a:buNone/>
            </a:pPr>
            <a:r>
              <a:rPr lang="en-US" sz="4000">
                <a:latin typeface="Arial"/>
                <a:ea typeface="Arial"/>
                <a:cs typeface="Arial"/>
                <a:sym typeface="Arial"/>
              </a:rPr>
              <a:t>Requirement specification</a:t>
            </a:r>
            <a:br>
              <a:rPr lang="en-US" sz="4000">
                <a:latin typeface="Arial"/>
                <a:ea typeface="Arial"/>
                <a:cs typeface="Arial"/>
                <a:sym typeface="Arial"/>
              </a:rPr>
            </a:br>
            <a:r>
              <a:rPr lang="en-US" sz="4000">
                <a:latin typeface="Arial"/>
                <a:ea typeface="Arial"/>
                <a:cs typeface="Arial"/>
                <a:sym typeface="Arial"/>
              </a:rPr>
              <a:t>(</a:t>
            </a:r>
            <a:r>
              <a:rPr lang="en-US" sz="3200">
                <a:latin typeface="Arial"/>
                <a:ea typeface="Arial"/>
                <a:cs typeface="Arial"/>
                <a:sym typeface="Arial"/>
              </a:rPr>
              <a:t>Developer side )</a:t>
            </a:r>
            <a:endParaRPr/>
          </a:p>
        </p:txBody>
      </p:sp>
      <p:sp>
        <p:nvSpPr>
          <p:cNvPr id="422" name="Google Shape;422;p14"/>
          <p:cNvSpPr txBox="1">
            <a:spLocks noGrp="1"/>
          </p:cNvSpPr>
          <p:nvPr>
            <p:ph type="sldNum" idx="12"/>
          </p:nvPr>
        </p:nvSpPr>
        <p:spPr>
          <a:xfrm>
            <a:off x="4050405" y="4845619"/>
            <a:ext cx="2057400" cy="27384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Quattrocento Sans"/>
              <a:buNone/>
            </a:pPr>
            <a:endParaRPr/>
          </a:p>
        </p:txBody>
      </p:sp>
      <p:sp>
        <p:nvSpPr>
          <p:cNvPr id="423" name="Google Shape;423;p14"/>
          <p:cNvSpPr txBox="1"/>
          <p:nvPr/>
        </p:nvSpPr>
        <p:spPr>
          <a:xfrm>
            <a:off x="137532" y="1528417"/>
            <a:ext cx="4062761"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Functional Requirements</a:t>
            </a:r>
            <a:endParaRPr/>
          </a:p>
          <a:p>
            <a:pPr marL="0" marR="0" lvl="0" indent="0" algn="l" rtl="0">
              <a:spcBef>
                <a:spcPts val="0"/>
              </a:spcBef>
              <a:spcAft>
                <a:spcPts val="0"/>
              </a:spcAft>
              <a:buNone/>
            </a:pPr>
            <a:endParaRPr sz="1600" b="1">
              <a:solidFill>
                <a:schemeClr val="dk1"/>
              </a:solidFill>
              <a:latin typeface="Quattrocento Sans"/>
              <a:ea typeface="Quattrocento Sans"/>
              <a:cs typeface="Quattrocento Sans"/>
              <a:sym typeface="Quattrocento Sans"/>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Implement secure REST APIs for data management and CRUD operations.</a:t>
            </a:r>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Implement secure role-based access for Owner, Salesmen, Delivery Boy, and Shopkeepers.</a:t>
            </a:r>
            <a:endParaRPr sz="1400" b="0" i="0" u="none" strike="noStrike" cap="none">
              <a:solidFill>
                <a:schemeClr val="dk1"/>
              </a:solidFill>
              <a:latin typeface="Quattrocento Sans"/>
              <a:ea typeface="Quattrocento Sans"/>
              <a:cs typeface="Quattrocento Sans"/>
              <a:sym typeface="Quattrocento Sans"/>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Develop alert and notification modules</a:t>
            </a:r>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Manage user roles and permissions securely</a:t>
            </a:r>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Auto-generate invoices in </a:t>
            </a:r>
            <a:r>
              <a:rPr lang="en-US" sz="1200" b="0" i="0" u="none" strike="noStrike" cap="none">
                <a:solidFill>
                  <a:schemeClr val="dk1"/>
                </a:solidFill>
                <a:latin typeface="Quattrocento Sans"/>
                <a:ea typeface="Quattrocento Sans"/>
                <a:cs typeface="Quattrocento Sans"/>
                <a:sym typeface="Quattrocento Sans"/>
              </a:rPr>
              <a:t>.xlsx </a:t>
            </a:r>
            <a:r>
              <a:rPr lang="en-US" sz="1400" b="0" i="0" u="none" strike="noStrike" cap="none">
                <a:solidFill>
                  <a:schemeClr val="dk1"/>
                </a:solidFill>
                <a:latin typeface="Quattrocento Sans"/>
                <a:ea typeface="Quattrocento Sans"/>
                <a:cs typeface="Quattrocento Sans"/>
                <a:sym typeface="Quattrocento Sans"/>
              </a:rPr>
              <a:t>format for completed orders.</a:t>
            </a:r>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Send stock alerts and order/delivery notifications to users.</a:t>
            </a:r>
            <a:endParaRPr/>
          </a:p>
          <a:p>
            <a:pPr marL="285750" marR="0" lvl="1" indent="-285750" algn="l" rtl="0">
              <a:spcBef>
                <a:spcPts val="0"/>
              </a:spcBef>
              <a:spcAft>
                <a:spcPts val="0"/>
              </a:spcAft>
              <a:buClr>
                <a:schemeClr val="dk1"/>
              </a:buClr>
              <a:buSzPts val="1400"/>
              <a:buFont typeface="Arial"/>
              <a:buChar char="•"/>
            </a:pPr>
            <a:r>
              <a:rPr lang="en-US" sz="1400" b="0" i="0" u="none" strike="noStrike" cap="none">
                <a:solidFill>
                  <a:schemeClr val="dk1"/>
                </a:solidFill>
                <a:latin typeface="Quattrocento Sans"/>
                <a:ea typeface="Quattrocento Sans"/>
                <a:cs typeface="Quattrocento Sans"/>
                <a:sym typeface="Quattrocento Sans"/>
              </a:rPr>
              <a:t>Provide role-specific dashboards built with Next.js and Tailwind CSS.</a:t>
            </a:r>
            <a:endParaRPr sz="1400" b="0" i="0" u="none" strike="noStrike" cap="none">
              <a:solidFill>
                <a:schemeClr val="dk1"/>
              </a:solidFill>
              <a:latin typeface="Quattrocento Sans"/>
              <a:ea typeface="Quattrocento Sans"/>
              <a:cs typeface="Quattrocento Sans"/>
              <a:sym typeface="Quattrocento Sans"/>
            </a:endParaRPr>
          </a:p>
        </p:txBody>
      </p:sp>
      <p:sp>
        <p:nvSpPr>
          <p:cNvPr id="424" name="Google Shape;424;p14"/>
          <p:cNvSpPr txBox="1"/>
          <p:nvPr/>
        </p:nvSpPr>
        <p:spPr>
          <a:xfrm>
            <a:off x="4434468" y="1528417"/>
            <a:ext cx="4572000" cy="27084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Quattrocento Sans"/>
                <a:ea typeface="Quattrocento Sans"/>
                <a:cs typeface="Quattrocento Sans"/>
                <a:sym typeface="Quattrocento Sans"/>
              </a:rPr>
              <a:t>Non -Functional Requirements</a:t>
            </a:r>
            <a:endParaRPr/>
          </a:p>
          <a:p>
            <a:pPr marL="285750" marR="0" lvl="0" indent="-196850" algn="l" rtl="0">
              <a:spcBef>
                <a:spcPts val="0"/>
              </a:spcBef>
              <a:spcAft>
                <a:spcPts val="0"/>
              </a:spcAft>
              <a:buClr>
                <a:schemeClr val="dk1"/>
              </a:buClr>
              <a:buSzPts val="1400"/>
              <a:buFont typeface="Arial"/>
              <a:buNone/>
            </a:pPr>
            <a:endParaRPr sz="14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Performance – System responses within 300 ms.</a:t>
            </a:r>
            <a:endParaRPr sz="14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Optimization: High throughput, low latency.</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Security: HTTPS, JWT auth, RBAC.</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Encryption: Data encrypted in transit and storage.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Reliability: 97.3% uptime, fault tolerant.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Backup: Disaster recovery in place.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Scalability: Supports Docker scaling.</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Maintainability: Modular, documented code.</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Usability: Intuitive interface for users.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Compliance: GDPR and privacy laws followed.</a:t>
            </a:r>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5"/>
          <p:cNvSpPr txBox="1">
            <a:spLocks noGrp="1"/>
          </p:cNvSpPr>
          <p:nvPr>
            <p:ph type="title"/>
          </p:nvPr>
        </p:nvSpPr>
        <p:spPr>
          <a:xfrm>
            <a:off x="1401741" y="297881"/>
            <a:ext cx="7354728" cy="1121846"/>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Arial"/>
              <a:buNone/>
            </a:pPr>
            <a:r>
              <a:rPr lang="en-US">
                <a:latin typeface="Arial"/>
                <a:ea typeface="Arial"/>
                <a:cs typeface="Arial"/>
                <a:sym typeface="Arial"/>
              </a:rPr>
              <a:t>Requirement specification</a:t>
            </a:r>
            <a:br>
              <a:rPr lang="en-US">
                <a:latin typeface="Arial"/>
                <a:ea typeface="Arial"/>
                <a:cs typeface="Arial"/>
                <a:sym typeface="Arial"/>
              </a:rPr>
            </a:br>
            <a:r>
              <a:rPr lang="en-US">
                <a:latin typeface="Arial"/>
                <a:ea typeface="Arial"/>
                <a:cs typeface="Arial"/>
                <a:sym typeface="Arial"/>
              </a:rPr>
              <a:t>(</a:t>
            </a:r>
            <a:r>
              <a:rPr lang="en-US" sz="3200">
                <a:latin typeface="Arial"/>
                <a:ea typeface="Arial"/>
                <a:cs typeface="Arial"/>
                <a:sym typeface="Arial"/>
              </a:rPr>
              <a:t>Users side )</a:t>
            </a:r>
            <a:endParaRPr/>
          </a:p>
        </p:txBody>
      </p:sp>
      <p:sp>
        <p:nvSpPr>
          <p:cNvPr id="430" name="Google Shape;430;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Quattrocento Sans"/>
              <a:buNone/>
            </a:pPr>
            <a:r>
              <a:rPr lang="en-US"/>
              <a:t> </a:t>
            </a:r>
            <a:endParaRPr/>
          </a:p>
        </p:txBody>
      </p:sp>
      <p:sp>
        <p:nvSpPr>
          <p:cNvPr id="431" name="Google Shape;431;p15"/>
          <p:cNvSpPr txBox="1"/>
          <p:nvPr/>
        </p:nvSpPr>
        <p:spPr>
          <a:xfrm>
            <a:off x="467544" y="1451191"/>
            <a:ext cx="3551939" cy="3539430"/>
          </a:xfrm>
          <a:prstGeom prst="rect">
            <a:avLst/>
          </a:prstGeom>
          <a:noFill/>
          <a:ln>
            <a:noFill/>
          </a:ln>
        </p:spPr>
        <p:txBody>
          <a:bodyPr spcFirstLastPara="1" wrap="square" lIns="91425" tIns="45700" rIns="91425" bIns="45700" anchor="t" anchorCtr="0">
            <a:spAutoFit/>
          </a:bodyPr>
          <a:lstStyle/>
          <a:p>
            <a:pPr marL="114300" marR="0" lvl="0" indent="0" algn="l" rtl="0">
              <a:spcBef>
                <a:spcPts val="0"/>
              </a:spcBef>
              <a:spcAft>
                <a:spcPts val="0"/>
              </a:spcAft>
              <a:buClr>
                <a:schemeClr val="dk1"/>
              </a:buClr>
              <a:buSzPts val="1400"/>
              <a:buFont typeface="Quattrocento Sans"/>
              <a:buNone/>
            </a:pPr>
            <a:r>
              <a:rPr lang="en-US" sz="1400" b="1">
                <a:solidFill>
                  <a:schemeClr val="dk1"/>
                </a:solidFill>
                <a:latin typeface="Quattrocento Sans"/>
                <a:ea typeface="Quattrocento Sans"/>
                <a:cs typeface="Quattrocento Sans"/>
                <a:sym typeface="Quattrocento Sans"/>
              </a:rPr>
              <a:t>Software Requirements:</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1.)</a:t>
            </a:r>
            <a:r>
              <a:rPr lang="en-US" sz="1400" b="1">
                <a:solidFill>
                  <a:schemeClr val="dk1"/>
                </a:solidFill>
                <a:latin typeface="Quattrocento Sans"/>
                <a:ea typeface="Quattrocento Sans"/>
                <a:cs typeface="Quattrocento Sans"/>
                <a:sym typeface="Quattrocento Sans"/>
              </a:rPr>
              <a:t>OS:</a:t>
            </a:r>
            <a:r>
              <a:rPr lang="en-US" sz="1400">
                <a:solidFill>
                  <a:schemeClr val="dk1"/>
                </a:solidFill>
                <a:latin typeface="Quattrocento Sans"/>
                <a:ea typeface="Quattrocento Sans"/>
                <a:cs typeface="Quattrocento Sans"/>
                <a:sym typeface="Quattrocento Sans"/>
              </a:rPr>
              <a:t> Windows 10/11 (22H2), Ubuntu 22.04+, macOS Sonoma 14+</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2.)</a:t>
            </a:r>
            <a:r>
              <a:rPr lang="en-US" sz="1400" b="1">
                <a:solidFill>
                  <a:schemeClr val="dk1"/>
                </a:solidFill>
                <a:latin typeface="Quattrocento Sans"/>
                <a:ea typeface="Quattrocento Sans"/>
                <a:cs typeface="Quattrocento Sans"/>
                <a:sym typeface="Quattrocento Sans"/>
              </a:rPr>
              <a:t>Browser:</a:t>
            </a:r>
            <a:r>
              <a:rPr lang="en-US" sz="1400">
                <a:solidFill>
                  <a:schemeClr val="dk1"/>
                </a:solidFill>
                <a:latin typeface="Quattrocento Sans"/>
                <a:ea typeface="Quattrocento Sans"/>
                <a:cs typeface="Quattrocento Sans"/>
                <a:sym typeface="Quattrocento Sans"/>
              </a:rPr>
              <a:t> Chrome 140+, Edge 134+, Firefox 134+ (latest stable versions)</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3.)</a:t>
            </a:r>
            <a:r>
              <a:rPr lang="en-US" sz="1400" b="1">
                <a:solidFill>
                  <a:schemeClr val="dk1"/>
                </a:solidFill>
                <a:latin typeface="Quattrocento Sans"/>
                <a:ea typeface="Quattrocento Sans"/>
                <a:cs typeface="Quattrocento Sans"/>
                <a:sym typeface="Quattrocento Sans"/>
              </a:rPr>
              <a:t>Frontend Access:</a:t>
            </a:r>
            <a:r>
              <a:rPr lang="en-US" sz="1400">
                <a:solidFill>
                  <a:schemeClr val="dk1"/>
                </a:solidFill>
                <a:latin typeface="Quattrocento Sans"/>
                <a:ea typeface="Quattrocento Sans"/>
                <a:cs typeface="Quattrocento Sans"/>
                <a:sym typeface="Quattrocento Sans"/>
              </a:rPr>
              <a:t> Next.js 14 (React 18+ with Tailwind CSS &amp; ShadCN UI)</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4.)</a:t>
            </a:r>
            <a:r>
              <a:rPr lang="en-US" sz="1400" b="1">
                <a:solidFill>
                  <a:schemeClr val="dk1"/>
                </a:solidFill>
                <a:latin typeface="Quattrocento Sans"/>
                <a:ea typeface="Quattrocento Sans"/>
                <a:cs typeface="Quattrocento Sans"/>
                <a:sym typeface="Quattrocento Sans"/>
              </a:rPr>
              <a:t>Authentication:</a:t>
            </a:r>
            <a:r>
              <a:rPr lang="en-US" sz="1400">
                <a:solidFill>
                  <a:schemeClr val="dk1"/>
                </a:solidFill>
                <a:latin typeface="Quattrocento Sans"/>
                <a:ea typeface="Quattrocento Sans"/>
                <a:cs typeface="Quattrocento Sans"/>
                <a:sym typeface="Quattrocento Sans"/>
              </a:rPr>
              <a:t> NextAuth.js 5+ with JWT, role-based access (Owner, Salesmen, Delivery Boy, Shopkeeper)</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5.)</a:t>
            </a:r>
            <a:r>
              <a:rPr lang="en-US" sz="1400" b="1">
                <a:solidFill>
                  <a:schemeClr val="dk1"/>
                </a:solidFill>
                <a:latin typeface="Quattrocento Sans"/>
                <a:ea typeface="Quattrocento Sans"/>
                <a:cs typeface="Quattrocento Sans"/>
                <a:sym typeface="Quattrocento Sans"/>
              </a:rPr>
              <a:t>Database:</a:t>
            </a:r>
            <a:r>
              <a:rPr lang="en-US" sz="1400">
                <a:solidFill>
                  <a:schemeClr val="dk1"/>
                </a:solidFill>
                <a:latin typeface="Quattrocento Sans"/>
                <a:ea typeface="Quattrocento Sans"/>
                <a:cs typeface="Quattrocento Sans"/>
                <a:sym typeface="Quattrocento Sans"/>
              </a:rPr>
              <a:t> PostgreSQL (production), Turso SQLite (testing/prototyping)</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6.)</a:t>
            </a:r>
            <a:r>
              <a:rPr lang="en-US" sz="1400" b="1">
                <a:solidFill>
                  <a:schemeClr val="dk1"/>
                </a:solidFill>
                <a:latin typeface="Quattrocento Sans"/>
                <a:ea typeface="Quattrocento Sans"/>
                <a:cs typeface="Quattrocento Sans"/>
                <a:sym typeface="Quattrocento Sans"/>
              </a:rPr>
              <a:t>Runtime/Backend:</a:t>
            </a:r>
            <a:r>
              <a:rPr lang="en-US" sz="1400">
                <a:solidFill>
                  <a:schemeClr val="dk1"/>
                </a:solidFill>
                <a:latin typeface="Quattrocento Sans"/>
                <a:ea typeface="Quattrocento Sans"/>
                <a:cs typeface="Quattrocento Sans"/>
                <a:sym typeface="Quattrocento Sans"/>
              </a:rPr>
              <a:t> Node.js 20+ with Next.js App Router APIs</a:t>
            </a:r>
            <a:br>
              <a:rPr lang="en-US" sz="1400">
                <a:solidFill>
                  <a:schemeClr val="dk1"/>
                </a:solidFill>
                <a:latin typeface="Quattrocento Sans"/>
                <a:ea typeface="Quattrocento Sans"/>
                <a:cs typeface="Quattrocento Sans"/>
                <a:sym typeface="Quattrocento Sans"/>
              </a:rPr>
            </a:br>
            <a:r>
              <a:rPr lang="en-US" sz="1400">
                <a:solidFill>
                  <a:schemeClr val="dk1"/>
                </a:solidFill>
                <a:latin typeface="Quattrocento Sans"/>
                <a:ea typeface="Quattrocento Sans"/>
                <a:cs typeface="Quattrocento Sans"/>
                <a:sym typeface="Quattrocento Sans"/>
              </a:rPr>
              <a:t>7.)</a:t>
            </a:r>
            <a:r>
              <a:rPr lang="en-US" sz="1400" b="1">
                <a:solidFill>
                  <a:schemeClr val="dk1"/>
                </a:solidFill>
                <a:latin typeface="Quattrocento Sans"/>
                <a:ea typeface="Quattrocento Sans"/>
                <a:cs typeface="Quattrocento Sans"/>
                <a:sym typeface="Quattrocento Sans"/>
              </a:rPr>
              <a:t>Deployment:</a:t>
            </a:r>
            <a:r>
              <a:rPr lang="en-US" sz="1400">
                <a:solidFill>
                  <a:schemeClr val="dk1"/>
                </a:solidFill>
                <a:latin typeface="Quattrocento Sans"/>
                <a:ea typeface="Quattrocento Sans"/>
                <a:cs typeface="Quattrocento Sans"/>
                <a:sym typeface="Quattrocento Sans"/>
              </a:rPr>
              <a:t> Vercel (preferred) / Docker for containerized hosting</a:t>
            </a:r>
            <a:endParaRPr/>
          </a:p>
        </p:txBody>
      </p:sp>
      <p:sp>
        <p:nvSpPr>
          <p:cNvPr id="432" name="Google Shape;432;p15"/>
          <p:cNvSpPr txBox="1"/>
          <p:nvPr/>
        </p:nvSpPr>
        <p:spPr>
          <a:xfrm>
            <a:off x="4731369" y="1467630"/>
            <a:ext cx="3783981"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Quattrocento Sans"/>
                <a:ea typeface="Quattrocento Sans"/>
                <a:cs typeface="Quattrocento Sans"/>
                <a:sym typeface="Quattrocento Sans"/>
              </a:rPr>
              <a:t>Functional Requirements:</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1.)Record shop orders through the Salesmen mobile app.</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2.)View real-time inventory updates after each order/delivery.</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3.)Access modules:</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Order Management</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Inventory Tracking</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Billing &amp; Invoicing Delivery </a:t>
            </a:r>
            <a:endParaRPr/>
          </a:p>
          <a:p>
            <a:pPr marL="285750" marR="0" lvl="0" indent="-285750" algn="l" rtl="0">
              <a:spcBef>
                <a:spcPts val="0"/>
              </a:spcBef>
              <a:spcAft>
                <a:spcPts val="0"/>
              </a:spcAft>
              <a:buClr>
                <a:schemeClr val="dk1"/>
              </a:buClr>
              <a:buSzPts val="1400"/>
              <a:buFont typeface="Arial"/>
              <a:buChar char="•"/>
            </a:pPr>
            <a:r>
              <a:rPr lang="en-US" sz="1400">
                <a:solidFill>
                  <a:schemeClr val="dk1"/>
                </a:solidFill>
                <a:latin typeface="Quattrocento Sans"/>
                <a:ea typeface="Quattrocento Sans"/>
                <a:cs typeface="Quattrocento Sans"/>
                <a:sym typeface="Quattrocento Sans"/>
              </a:rPr>
              <a:t>Assignment &amp; Tracking</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4.)Generate and download invoices/reports in .xlsx or .pdf format.</a:t>
            </a:r>
            <a:endParaRPr/>
          </a:p>
          <a:p>
            <a:pPr marL="0" marR="0" lvl="0" indent="0" algn="l" rtl="0">
              <a:spcBef>
                <a:spcPts val="0"/>
              </a:spcBef>
              <a:spcAft>
                <a:spcPts val="0"/>
              </a:spcAft>
              <a:buNone/>
            </a:pPr>
            <a:r>
              <a:rPr lang="en-US" sz="1400">
                <a:solidFill>
                  <a:schemeClr val="dk1"/>
                </a:solidFill>
                <a:latin typeface="Quattrocento Sans"/>
                <a:ea typeface="Quattrocento Sans"/>
                <a:cs typeface="Quattrocento Sans"/>
                <a:sym typeface="Quattrocento Sans"/>
              </a:rPr>
              <a:t>5.)Receive alerts and notifications for low stock, order approvals, and delivery status</a:t>
            </a:r>
            <a:r>
              <a:rPr lang="en-US" sz="1600">
                <a:solidFill>
                  <a:schemeClr val="dk1"/>
                </a:solidFill>
                <a:latin typeface="Quattrocento Sans"/>
                <a:ea typeface="Quattrocento Sans"/>
                <a:cs typeface="Quattrocento Sans"/>
                <a:sym typeface="Quattrocento Sans"/>
              </a:rPr>
              <a:t>.</a:t>
            </a:r>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16"/>
          <p:cNvSpPr txBox="1">
            <a:spLocks noGrp="1"/>
          </p:cNvSpPr>
          <p:nvPr>
            <p:ph type="title"/>
          </p:nvPr>
        </p:nvSpPr>
        <p:spPr>
          <a:xfrm>
            <a:off x="899592" y="171451"/>
            <a:ext cx="7853782" cy="560923"/>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Quattrocento Sans"/>
              <a:buNone/>
            </a:pPr>
            <a:r>
              <a:rPr lang="en-US" b="1"/>
              <a:t>Methodology </a:t>
            </a:r>
            <a:endParaRPr/>
          </a:p>
        </p:txBody>
      </p:sp>
      <p:sp>
        <p:nvSpPr>
          <p:cNvPr id="438" name="Google Shape;438;p16"/>
          <p:cNvSpPr txBox="1"/>
          <p:nvPr/>
        </p:nvSpPr>
        <p:spPr>
          <a:xfrm>
            <a:off x="1187624" y="1131590"/>
            <a:ext cx="6768752" cy="36625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1. Requirement Analysis</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Identify stakeholders &amp; gather functional/non-functional requirements.</a:t>
            </a:r>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Document inventory tracking, order placement, delivery, and notifications.</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2. System Design</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Design database &amp; modules: Inventory, Orders, Delivery, Notifications.</a:t>
            </a:r>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Create wireframes and define technology stack (Backend, Frontend, Database).</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3. Development</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Build backend APIs and frontend apps (mobile &amp; web).</a:t>
            </a:r>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Implement role-based access &amp; real-time updates.</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4. Testing</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Perform unit, integration, and user acceptance testing.</a:t>
            </a:r>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Ensure performance, usability, and reliability.</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5. Deployment</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Host system on cloud/server.</a:t>
            </a:r>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Configure security, backups, and monitoring.</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6. Maintenance</a:t>
            </a:r>
            <a:endParaRPr sz="12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US" sz="1200">
                <a:solidFill>
                  <a:schemeClr val="dk1"/>
                </a:solidFill>
                <a:latin typeface="Quattrocento Sans"/>
                <a:ea typeface="Quattrocento Sans"/>
                <a:cs typeface="Quattrocento Sans"/>
                <a:sym typeface="Quattrocento Sans"/>
              </a:rPr>
              <a:t>Monitor system, fix bugs, and update features.</a:t>
            </a:r>
            <a:endParaRPr/>
          </a:p>
          <a:p>
            <a:pPr marL="0" marR="0" lvl="0" indent="0" algn="l" rtl="0">
              <a:spcBef>
                <a:spcPts val="0"/>
              </a:spcBef>
              <a:spcAft>
                <a:spcPts val="0"/>
              </a:spcAft>
              <a:buNone/>
            </a:pPr>
            <a:r>
              <a:rPr lang="en-US" sz="1200" b="1">
                <a:solidFill>
                  <a:schemeClr val="dk1"/>
                </a:solidFill>
                <a:latin typeface="Quattrocento Sans"/>
                <a:ea typeface="Quattrocento Sans"/>
                <a:cs typeface="Quattrocento Sans"/>
                <a:sym typeface="Quattrocento Sans"/>
              </a:rPr>
              <a:t>Technologies:</a:t>
            </a:r>
            <a:r>
              <a:rPr lang="en-US" sz="1200">
                <a:solidFill>
                  <a:schemeClr val="dk1"/>
                </a:solidFill>
                <a:latin typeface="Quattrocento Sans"/>
                <a:ea typeface="Quattrocento Sans"/>
                <a:cs typeface="Quattrocento Sans"/>
                <a:sym typeface="Quattrocento Sans"/>
              </a:rPr>
              <a:t> Node.js /  SQLite,PostgreSql / Next.js / React Native.</a:t>
            </a:r>
            <a:endParaRPr/>
          </a:p>
          <a:p>
            <a:pPr marL="460375" marR="0" lvl="0" indent="-358775" algn="l" rtl="0">
              <a:lnSpc>
                <a:spcPct val="90000"/>
              </a:lnSpc>
              <a:spcBef>
                <a:spcPts val="400"/>
              </a:spcBef>
              <a:spcAft>
                <a:spcPts val="0"/>
              </a:spcAft>
              <a:buClr>
                <a:schemeClr val="dk1"/>
              </a:buClr>
              <a:buSzPts val="1600"/>
              <a:buFont typeface="Quattrocento Sans"/>
              <a:buNone/>
            </a:pPr>
            <a:endParaRPr sz="2000">
              <a:solidFill>
                <a:srgbClr val="3D3D3D"/>
              </a:solidFill>
              <a:latin typeface="Calibri"/>
              <a:ea typeface="Calibri"/>
              <a:cs typeface="Calibri"/>
              <a:sym typeface="Calibri"/>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17"/>
          <p:cNvSpPr txBox="1">
            <a:spLocks noGrp="1"/>
          </p:cNvSpPr>
          <p:nvPr>
            <p:ph type="title"/>
          </p:nvPr>
        </p:nvSpPr>
        <p:spPr>
          <a:xfrm>
            <a:off x="1233292" y="123478"/>
            <a:ext cx="5415075" cy="857250"/>
          </a:xfrm>
          <a:prstGeom prst="rect">
            <a:avLst/>
          </a:prstGeom>
          <a:noFill/>
          <a:ln>
            <a:noFill/>
          </a:ln>
        </p:spPr>
        <p:txBody>
          <a:bodyPr spcFirstLastPara="1" wrap="square" lIns="68550" tIns="34275" rIns="68550" bIns="34275" anchor="ctr" anchorCtr="0">
            <a:noAutofit/>
          </a:bodyPr>
          <a:lstStyle/>
          <a:p>
            <a:pPr marL="0" lvl="0" indent="0" algn="ctr" rtl="0">
              <a:lnSpc>
                <a:spcPct val="100000"/>
              </a:lnSpc>
              <a:spcBef>
                <a:spcPts val="0"/>
              </a:spcBef>
              <a:spcAft>
                <a:spcPts val="0"/>
              </a:spcAft>
              <a:buClr>
                <a:schemeClr val="dk2"/>
              </a:buClr>
              <a:buSzPts val="4400"/>
              <a:buNone/>
            </a:pPr>
            <a:r>
              <a:rPr lang="en-US" b="1"/>
              <a:t>Modules</a:t>
            </a:r>
            <a:endParaRPr b="1"/>
          </a:p>
        </p:txBody>
      </p:sp>
      <p:sp>
        <p:nvSpPr>
          <p:cNvPr id="444" name="Google Shape;444;p17"/>
          <p:cNvSpPr txBox="1">
            <a:spLocks noGrp="1"/>
          </p:cNvSpPr>
          <p:nvPr>
            <p:ph type="body" idx="1"/>
          </p:nvPr>
        </p:nvSpPr>
        <p:spPr>
          <a:xfrm>
            <a:off x="854730" y="915566"/>
            <a:ext cx="6172200" cy="4167900"/>
          </a:xfrm>
          <a:prstGeom prst="rect">
            <a:avLst/>
          </a:prstGeom>
          <a:noFill/>
          <a:ln>
            <a:noFill/>
          </a:ln>
        </p:spPr>
        <p:txBody>
          <a:bodyPr spcFirstLastPara="1" wrap="square" lIns="68550" tIns="34275" rIns="68550" bIns="34275" anchor="t" anchorCtr="0">
            <a:noAutofit/>
          </a:bodyPr>
          <a:lstStyle/>
          <a:p>
            <a:pPr lvl="0">
              <a:lnSpc>
                <a:spcPct val="115000"/>
              </a:lnSpc>
              <a:spcBef>
                <a:spcPts val="1350"/>
              </a:spcBef>
              <a:buFont typeface="Quattrocento Sans"/>
              <a:buAutoNum type="arabicPeriod"/>
            </a:pPr>
            <a:r>
              <a:rPr lang="en-US" sz="1100" b="1" dirty="0">
                <a:solidFill>
                  <a:srgbClr val="000000"/>
                </a:solidFill>
                <a:latin typeface="Arial"/>
                <a:ea typeface="Arial"/>
                <a:cs typeface="Arial"/>
                <a:sym typeface="Arial"/>
              </a:rPr>
              <a:t>User Access &amp; Role Structure</a:t>
            </a:r>
            <a:br>
              <a:rPr lang="en-US" sz="1100" b="1" dirty="0">
                <a:solidFill>
                  <a:srgbClr val="000000"/>
                </a:solidFill>
                <a:latin typeface="Arial"/>
                <a:ea typeface="Arial"/>
                <a:cs typeface="Arial"/>
                <a:sym typeface="Arial"/>
              </a:rPr>
            </a:br>
            <a:r>
              <a:rPr lang="en-US" sz="1100" dirty="0">
                <a:solidFill>
                  <a:srgbClr val="000000"/>
                </a:solidFill>
                <a:latin typeface="Arial"/>
                <a:ea typeface="Arial"/>
                <a:cs typeface="Arial"/>
                <a:sym typeface="Arial"/>
              </a:rPr>
              <a:t> Ensures controlled access to the system by separating mobile salesman operations from dashboard administration while maintaining structured role boundaries.</a:t>
            </a:r>
            <a:endParaRPr sz="1100" dirty="0">
              <a:solidFill>
                <a:srgbClr val="000000"/>
              </a:solidFill>
              <a:latin typeface="Arial"/>
              <a:ea typeface="Arial"/>
              <a:cs typeface="Arial"/>
              <a:sym typeface="Arial"/>
            </a:endParaRPr>
          </a:p>
          <a:p>
            <a:pPr lvl="0">
              <a:lnSpc>
                <a:spcPct val="115000"/>
              </a:lnSpc>
              <a:spcBef>
                <a:spcPts val="1350"/>
              </a:spcBef>
              <a:buFont typeface="Quattrocento Sans"/>
              <a:buAutoNum type="arabicPeriod"/>
            </a:pPr>
            <a:r>
              <a:rPr lang="en-US" sz="1100" b="1" dirty="0">
                <a:solidFill>
                  <a:srgbClr val="000000"/>
                </a:solidFill>
                <a:latin typeface="Arial"/>
                <a:ea typeface="Arial"/>
                <a:cs typeface="Arial"/>
                <a:sym typeface="Arial"/>
              </a:rPr>
              <a:t>Shop &amp; Territory Management</a:t>
            </a:r>
            <a:br>
              <a:rPr lang="en-US" sz="1100" b="1" dirty="0">
                <a:solidFill>
                  <a:srgbClr val="000000"/>
                </a:solidFill>
                <a:latin typeface="Arial"/>
                <a:ea typeface="Arial"/>
                <a:cs typeface="Arial"/>
                <a:sym typeface="Arial"/>
              </a:rPr>
            </a:br>
            <a:r>
              <a:rPr lang="en-US" sz="1100" dirty="0">
                <a:solidFill>
                  <a:srgbClr val="000000"/>
                </a:solidFill>
                <a:latin typeface="Arial"/>
                <a:ea typeface="Arial"/>
                <a:cs typeface="Arial"/>
                <a:sym typeface="Arial"/>
              </a:rPr>
              <a:t> Maintains organized city-wise shop records and client databases, ensuring consistent territory structure and accurate shop information.</a:t>
            </a:r>
            <a:endParaRPr sz="1100" dirty="0">
              <a:solidFill>
                <a:srgbClr val="000000"/>
              </a:solidFill>
              <a:latin typeface="Arial"/>
              <a:ea typeface="Arial"/>
              <a:cs typeface="Arial"/>
              <a:sym typeface="Arial"/>
            </a:endParaRPr>
          </a:p>
          <a:p>
            <a:pPr lvl="0">
              <a:lnSpc>
                <a:spcPct val="115000"/>
              </a:lnSpc>
              <a:spcBef>
                <a:spcPts val="1350"/>
              </a:spcBef>
              <a:buFont typeface="Quattrocento Sans"/>
              <a:buAutoNum type="arabicPeriod"/>
            </a:pPr>
            <a:r>
              <a:rPr lang="en-US" sz="1100" b="1" dirty="0">
                <a:solidFill>
                  <a:srgbClr val="000000"/>
                </a:solidFill>
                <a:latin typeface="Arial"/>
                <a:ea typeface="Arial"/>
                <a:cs typeface="Arial"/>
                <a:sym typeface="Arial"/>
              </a:rPr>
              <a:t>Sales Execution &amp; Order Workflow</a:t>
            </a:r>
            <a:br>
              <a:rPr lang="en-US" sz="1100" b="1" dirty="0">
                <a:solidFill>
                  <a:srgbClr val="000000"/>
                </a:solidFill>
                <a:latin typeface="Arial"/>
                <a:ea typeface="Arial"/>
                <a:cs typeface="Arial"/>
                <a:sym typeface="Arial"/>
              </a:rPr>
            </a:br>
            <a:r>
              <a:rPr lang="en-US" sz="1100" dirty="0">
                <a:solidFill>
                  <a:srgbClr val="000000"/>
                </a:solidFill>
                <a:latin typeface="Arial"/>
                <a:ea typeface="Arial"/>
                <a:cs typeface="Arial"/>
                <a:sym typeface="Arial"/>
              </a:rPr>
              <a:t> Salesmen can plan routes, visit shops, browse products, and create cart-based orders with approval-based order processing.</a:t>
            </a:r>
            <a:endParaRPr sz="1100" dirty="0">
              <a:solidFill>
                <a:srgbClr val="000000"/>
              </a:solidFill>
              <a:latin typeface="Arial"/>
              <a:ea typeface="Arial"/>
              <a:cs typeface="Arial"/>
              <a:sym typeface="Arial"/>
            </a:endParaRPr>
          </a:p>
          <a:p>
            <a:pPr marL="457200" lvl="0" indent="-320040" algn="l" rtl="0">
              <a:lnSpc>
                <a:spcPct val="115000"/>
              </a:lnSpc>
              <a:spcBef>
                <a:spcPts val="1350"/>
              </a:spcBef>
              <a:spcAft>
                <a:spcPts val="0"/>
              </a:spcAft>
              <a:buSzPts val="1440"/>
              <a:buFont typeface="Quattrocento Sans"/>
              <a:buAutoNum type="arabicPeriod"/>
            </a:pPr>
            <a:r>
              <a:rPr lang="en-US" sz="1100" b="1" dirty="0">
                <a:solidFill>
                  <a:srgbClr val="000000"/>
                </a:solidFill>
                <a:latin typeface="Arial"/>
                <a:ea typeface="Arial"/>
                <a:cs typeface="Arial"/>
                <a:sym typeface="Arial"/>
              </a:rPr>
              <a:t>Billing &amp; Payment Tracking</a:t>
            </a:r>
            <a:br>
              <a:rPr lang="en-US" sz="1100" b="1" dirty="0">
                <a:solidFill>
                  <a:srgbClr val="000000"/>
                </a:solidFill>
                <a:latin typeface="Arial"/>
                <a:ea typeface="Arial"/>
                <a:cs typeface="Arial"/>
                <a:sym typeface="Arial"/>
              </a:rPr>
            </a:br>
            <a:r>
              <a:rPr lang="en-US" sz="1100" dirty="0">
                <a:solidFill>
                  <a:srgbClr val="000000"/>
                </a:solidFill>
                <a:latin typeface="Arial"/>
                <a:ea typeface="Arial"/>
                <a:cs typeface="Arial"/>
                <a:sym typeface="Arial"/>
              </a:rPr>
              <a:t> Automated GST-compliant invoice generation, digital bill storage, and payment status tracking linked with approved orders.</a:t>
            </a:r>
            <a:endParaRPr sz="1100" dirty="0">
              <a:solidFill>
                <a:srgbClr val="000000"/>
              </a:solidFill>
              <a:latin typeface="Arial"/>
              <a:ea typeface="Arial"/>
              <a:cs typeface="Arial"/>
              <a:sym typeface="Arial"/>
            </a:endParaRPr>
          </a:p>
          <a:p>
            <a:pPr lvl="0">
              <a:lnSpc>
                <a:spcPct val="115000"/>
              </a:lnSpc>
              <a:spcBef>
                <a:spcPts val="1350"/>
              </a:spcBef>
              <a:buFont typeface="Quattrocento Sans"/>
              <a:buAutoNum type="arabicPeriod"/>
            </a:pPr>
            <a:r>
              <a:rPr lang="en-US" sz="1100" b="1" dirty="0">
                <a:solidFill>
                  <a:srgbClr val="000000"/>
                </a:solidFill>
                <a:latin typeface="Arial"/>
                <a:ea typeface="Arial"/>
                <a:cs typeface="Arial"/>
                <a:sym typeface="Arial"/>
              </a:rPr>
              <a:t>Dashboard &amp; Mobile App Integration</a:t>
            </a:r>
            <a:br>
              <a:rPr lang="en-US" sz="1100" b="1" dirty="0">
                <a:solidFill>
                  <a:srgbClr val="000000"/>
                </a:solidFill>
                <a:latin typeface="Arial"/>
                <a:ea typeface="Arial"/>
                <a:cs typeface="Arial"/>
                <a:sym typeface="Arial"/>
              </a:rPr>
            </a:br>
            <a:r>
              <a:rPr lang="en-US" sz="1100" dirty="0">
                <a:solidFill>
                  <a:srgbClr val="000000"/>
                </a:solidFill>
                <a:latin typeface="Arial"/>
                <a:ea typeface="Arial"/>
                <a:cs typeface="Arial"/>
                <a:sym typeface="Arial"/>
              </a:rPr>
              <a:t>Synchronizes mobile sales operations with dashboard controls to ensure unified data flow and cross-platform consistency.</a:t>
            </a:r>
            <a:endParaRPr sz="1200" dirty="0">
              <a:solidFill>
                <a:srgbClr val="161616"/>
              </a:solidFil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g3bc65d2d132_0_2"/>
          <p:cNvSpPr txBox="1">
            <a:spLocks noGrp="1"/>
          </p:cNvSpPr>
          <p:nvPr>
            <p:ph type="body" idx="1"/>
          </p:nvPr>
        </p:nvSpPr>
        <p:spPr>
          <a:xfrm>
            <a:off x="387600" y="1249200"/>
            <a:ext cx="8368800" cy="3647152"/>
          </a:xfrm>
          <a:prstGeom prst="rect">
            <a:avLst/>
          </a:prstGeom>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1500" b="1" dirty="0">
                <a:solidFill>
                  <a:srgbClr val="000000"/>
                </a:solidFill>
                <a:latin typeface="Arial"/>
                <a:ea typeface="Arial"/>
                <a:cs typeface="Arial"/>
                <a:sym typeface="Arial"/>
              </a:rPr>
              <a:t>Highlights:</a:t>
            </a:r>
            <a:endParaRPr sz="1500" b="1" dirty="0">
              <a:solidFill>
                <a:srgbClr val="000000"/>
              </a:solidFill>
              <a:latin typeface="Arial"/>
              <a:ea typeface="Arial"/>
              <a:cs typeface="Arial"/>
              <a:sym typeface="Arial"/>
            </a:endParaRPr>
          </a:p>
          <a:p>
            <a:pPr lvl="0" indent="-323850">
              <a:lnSpc>
                <a:spcPct val="115000"/>
              </a:lnSpc>
              <a:spcBef>
                <a:spcPts val="1200"/>
              </a:spcBef>
              <a:buClr>
                <a:srgbClr val="000000"/>
              </a:buClr>
              <a:buSzPts val="1500"/>
              <a:buChar char="●"/>
            </a:pPr>
            <a:r>
              <a:rPr lang="en-US" sz="1500" dirty="0">
                <a:solidFill>
                  <a:srgbClr val="000000"/>
                </a:solidFill>
                <a:latin typeface="Arial"/>
                <a:ea typeface="Arial"/>
                <a:cs typeface="Arial"/>
                <a:sym typeface="Arial"/>
              </a:rPr>
              <a:t>Salesman login interface implemented</a:t>
            </a:r>
            <a:endParaRPr sz="1500" dirty="0">
              <a:solidFill>
                <a:srgbClr val="000000"/>
              </a:solidFill>
              <a:latin typeface="Arial"/>
              <a:ea typeface="Arial"/>
              <a:cs typeface="Arial"/>
              <a:sym typeface="Arial"/>
            </a:endParaRPr>
          </a:p>
          <a:p>
            <a:pPr lvl="0" indent="-323850">
              <a:lnSpc>
                <a:spcPct val="115000"/>
              </a:lnSpc>
              <a:spcBef>
                <a:spcPts val="0"/>
              </a:spcBef>
              <a:buClr>
                <a:srgbClr val="000000"/>
              </a:buClr>
              <a:buSzPts val="1500"/>
              <a:buChar char="●"/>
            </a:pPr>
            <a:r>
              <a:rPr lang="en-US" sz="1500" dirty="0">
                <a:solidFill>
                  <a:srgbClr val="000000"/>
                </a:solidFill>
                <a:latin typeface="Arial"/>
                <a:ea typeface="Arial"/>
                <a:cs typeface="Arial"/>
                <a:sym typeface="Arial"/>
              </a:rPr>
              <a:t>Role separation between Mobile App and Dashboard</a:t>
            </a:r>
            <a:endParaRPr sz="1500" dirty="0">
              <a:solidFill>
                <a:srgbClr val="000000"/>
              </a:solidFill>
              <a:latin typeface="Arial"/>
              <a:ea typeface="Arial"/>
              <a:cs typeface="Arial"/>
              <a:sym typeface="Arial"/>
            </a:endParaRPr>
          </a:p>
          <a:p>
            <a:pPr lvl="0" indent="-323850">
              <a:lnSpc>
                <a:spcPct val="115000"/>
              </a:lnSpc>
              <a:spcBef>
                <a:spcPts val="0"/>
              </a:spcBef>
              <a:buClr>
                <a:srgbClr val="000000"/>
              </a:buClr>
              <a:buSzPts val="1500"/>
              <a:buChar char="●"/>
            </a:pPr>
            <a:r>
              <a:rPr lang="en-US" sz="1500" dirty="0">
                <a:solidFill>
                  <a:srgbClr val="000000"/>
                </a:solidFill>
                <a:latin typeface="Arial"/>
                <a:ea typeface="Arial"/>
                <a:cs typeface="Arial"/>
                <a:sym typeface="Arial"/>
              </a:rPr>
              <a:t>Profile visibility and identity display </a:t>
            </a:r>
          </a:p>
          <a:p>
            <a:pPr lvl="0" indent="-323850">
              <a:lnSpc>
                <a:spcPct val="115000"/>
              </a:lnSpc>
              <a:spcBef>
                <a:spcPts val="0"/>
              </a:spcBef>
              <a:buClr>
                <a:srgbClr val="000000"/>
              </a:buClr>
              <a:buSzPts val="1500"/>
              <a:buChar char="●"/>
            </a:pPr>
            <a:r>
              <a:rPr lang="en-US" sz="1500" dirty="0">
                <a:solidFill>
                  <a:srgbClr val="000000"/>
                </a:solidFill>
                <a:latin typeface="Arial"/>
                <a:ea typeface="Arial"/>
                <a:cs typeface="Arial"/>
                <a:sym typeface="Arial"/>
              </a:rPr>
              <a:t>Controlled navigation based on user role</a:t>
            </a:r>
          </a:p>
          <a:p>
            <a:pPr lvl="0" indent="-323850">
              <a:lnSpc>
                <a:spcPct val="115000"/>
              </a:lnSpc>
              <a:spcBef>
                <a:spcPts val="0"/>
              </a:spcBef>
              <a:buClr>
                <a:srgbClr val="000000"/>
              </a:buClr>
              <a:buSzPts val="1500"/>
              <a:buChar char="●"/>
            </a:pPr>
            <a:r>
              <a:rPr lang="en-US" sz="1500" dirty="0">
                <a:solidFill>
                  <a:srgbClr val="000000"/>
                </a:solidFill>
                <a:latin typeface="Arial"/>
                <a:ea typeface="Arial"/>
                <a:cs typeface="Arial"/>
                <a:sym typeface="Arial"/>
              </a:rPr>
              <a:t>Admin-side user visibility and monitoring</a:t>
            </a:r>
          </a:p>
          <a:p>
            <a:pPr lvl="0" indent="-323850">
              <a:lnSpc>
                <a:spcPct val="115000"/>
              </a:lnSpc>
              <a:spcBef>
                <a:spcPts val="0"/>
              </a:spcBef>
              <a:buClr>
                <a:srgbClr val="000000"/>
              </a:buClr>
              <a:buSzPts val="1500"/>
              <a:buChar char="●"/>
            </a:pPr>
            <a:r>
              <a:rPr lang="en-US" sz="1500" dirty="0">
                <a:solidFill>
                  <a:srgbClr val="000000"/>
                </a:solidFill>
                <a:latin typeface="Arial"/>
                <a:ea typeface="Arial"/>
                <a:cs typeface="Arial"/>
                <a:sym typeface="Arial"/>
              </a:rPr>
              <a:t>Structured access to operational features</a:t>
            </a:r>
            <a:br>
              <a:rPr lang="en-US" sz="1500" dirty="0">
                <a:solidFill>
                  <a:srgbClr val="000000"/>
                </a:solidFill>
                <a:latin typeface="Arial"/>
                <a:ea typeface="Arial"/>
                <a:cs typeface="Arial"/>
                <a:sym typeface="Arial"/>
              </a:rPr>
            </a:br>
            <a:endParaRPr sz="1500" dirty="0">
              <a:solidFill>
                <a:srgbClr val="000000"/>
              </a:solidFill>
              <a:latin typeface="Arial"/>
              <a:ea typeface="Arial"/>
              <a:cs typeface="Arial"/>
              <a:sym typeface="Arial"/>
            </a:endParaRPr>
          </a:p>
          <a:p>
            <a:pPr marL="0" lvl="0" indent="0">
              <a:lnSpc>
                <a:spcPct val="115000"/>
              </a:lnSpc>
              <a:spcBef>
                <a:spcPts val="1200"/>
              </a:spcBef>
              <a:buNone/>
            </a:pPr>
            <a:r>
              <a:rPr lang="en-US" sz="1500" b="1" dirty="0">
                <a:solidFill>
                  <a:srgbClr val="000000"/>
                </a:solidFill>
                <a:latin typeface="Arial"/>
                <a:ea typeface="Arial"/>
                <a:cs typeface="Arial"/>
                <a:sym typeface="Arial"/>
              </a:rPr>
              <a:t>Description:</a:t>
            </a:r>
            <a:br>
              <a:rPr lang="en-US" sz="1500" b="1" dirty="0">
                <a:solidFill>
                  <a:srgbClr val="000000"/>
                </a:solidFill>
                <a:latin typeface="Arial"/>
                <a:ea typeface="Arial"/>
                <a:cs typeface="Arial"/>
                <a:sym typeface="Arial"/>
              </a:rPr>
            </a:br>
            <a:r>
              <a:rPr lang="en-US" sz="1500" dirty="0">
                <a:solidFill>
                  <a:srgbClr val="000000"/>
                </a:solidFill>
                <a:latin typeface="Arial"/>
                <a:ea typeface="Arial"/>
                <a:cs typeface="Arial"/>
                <a:sym typeface="Arial"/>
              </a:rPr>
              <a:t> This module establishes controlled system entry by separating mobile salesman access from dashboard administration. It ensures that operational features are visible according to user role, preventing unauthorized access to restricted areas of the system.</a:t>
            </a:r>
            <a:endParaRPr sz="1600" dirty="0">
              <a:solidFill>
                <a:srgbClr val="000000"/>
              </a:solidFill>
              <a:latin typeface="Arial"/>
              <a:ea typeface="Arial"/>
              <a:cs typeface="Arial"/>
              <a:sym typeface="Arial"/>
            </a:endParaRPr>
          </a:p>
        </p:txBody>
      </p:sp>
      <p:sp>
        <p:nvSpPr>
          <p:cNvPr id="451" name="Google Shape;451;g3bc65d2d132_0_2"/>
          <p:cNvSpPr txBox="1">
            <a:spLocks noGrp="1"/>
          </p:cNvSpPr>
          <p:nvPr>
            <p:ph type="title"/>
          </p:nvPr>
        </p:nvSpPr>
        <p:spPr>
          <a:xfrm>
            <a:off x="2018550" y="210025"/>
            <a:ext cx="5106900" cy="710451"/>
          </a:xfrm>
          <a:prstGeom prst="rect">
            <a:avLst/>
          </a:prstGeom>
        </p:spPr>
        <p:txBody>
          <a:bodyPr spcFirstLastPara="1" wrap="square" lIns="0" tIns="0" rIns="0" bIns="0" anchor="t" anchorCtr="0">
            <a:spAutoFit/>
          </a:bodyPr>
          <a:lstStyle/>
          <a:p>
            <a:pPr marL="0" lvl="0" indent="0" algn="l" rtl="0">
              <a:lnSpc>
                <a:spcPct val="115000"/>
              </a:lnSpc>
              <a:spcBef>
                <a:spcPts val="1350"/>
              </a:spcBef>
              <a:spcAft>
                <a:spcPts val="0"/>
              </a:spcAft>
              <a:buNone/>
            </a:pPr>
            <a:r>
              <a:rPr lang="en-US" sz="3000" b="1" dirty="0">
                <a:solidFill>
                  <a:srgbClr val="000000"/>
                </a:solidFill>
                <a:latin typeface="Arial"/>
                <a:ea typeface="Arial"/>
                <a:cs typeface="Arial"/>
                <a:sym typeface="Arial"/>
              </a:rPr>
              <a:t>1. User &amp; Role Structure</a:t>
            </a:r>
            <a:endParaRPr sz="595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18"/>
          <p:cNvSpPr txBox="1">
            <a:spLocks noGrp="1"/>
          </p:cNvSpPr>
          <p:nvPr>
            <p:ph type="title"/>
          </p:nvPr>
        </p:nvSpPr>
        <p:spPr>
          <a:xfrm>
            <a:off x="1546800" y="199300"/>
            <a:ext cx="6050400" cy="415500"/>
          </a:xfrm>
          <a:prstGeom prst="rect">
            <a:avLst/>
          </a:prstGeom>
          <a:solidFill>
            <a:schemeClr val="lt1"/>
          </a:solid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595959"/>
              </a:buClr>
              <a:buSzPts val="4000"/>
              <a:buFont typeface="Quattrocento Sans"/>
              <a:buNone/>
            </a:pPr>
            <a:r>
              <a:rPr lang="en-US" sz="3000" b="1">
                <a:solidFill>
                  <a:schemeClr val="dk1"/>
                </a:solidFill>
                <a:latin typeface="Arial"/>
                <a:ea typeface="Arial"/>
                <a:cs typeface="Arial"/>
                <a:sym typeface="Arial"/>
              </a:rPr>
              <a:t>2. Shop &amp; Territory Management</a:t>
            </a:r>
            <a:endParaRPr sz="3000">
              <a:solidFill>
                <a:schemeClr val="dk1"/>
              </a:solidFill>
              <a:latin typeface="Arial"/>
              <a:ea typeface="Arial"/>
              <a:cs typeface="Arial"/>
              <a:sym typeface="Arial"/>
            </a:endParaRPr>
          </a:p>
        </p:txBody>
      </p:sp>
      <p:sp>
        <p:nvSpPr>
          <p:cNvPr id="457" name="Google Shape;457;p18"/>
          <p:cNvSpPr txBox="1">
            <a:spLocks noGrp="1"/>
          </p:cNvSpPr>
          <p:nvPr>
            <p:ph type="body" idx="1"/>
          </p:nvPr>
        </p:nvSpPr>
        <p:spPr>
          <a:xfrm>
            <a:off x="389436" y="1085850"/>
            <a:ext cx="8364000" cy="4262705"/>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1500" b="1" dirty="0">
                <a:solidFill>
                  <a:srgbClr val="000000"/>
                </a:solidFill>
                <a:latin typeface="Arial"/>
                <a:ea typeface="Arial"/>
                <a:cs typeface="Arial"/>
                <a:sym typeface="Arial"/>
              </a:rPr>
              <a:t>Highlights:</a:t>
            </a:r>
            <a:endParaRPr sz="1500" b="1" dirty="0">
              <a:solidFill>
                <a:srgbClr val="000000"/>
              </a:solidFill>
              <a:latin typeface="Arial"/>
              <a:ea typeface="Arial"/>
              <a:cs typeface="Arial"/>
              <a:sym typeface="Arial"/>
            </a:endParaRPr>
          </a:p>
          <a:p>
            <a:pPr lvl="0" indent="-323850">
              <a:lnSpc>
                <a:spcPct val="115000"/>
              </a:lnSpc>
              <a:spcBef>
                <a:spcPts val="1200"/>
              </a:spcBef>
              <a:buClr>
                <a:srgbClr val="000000"/>
              </a:buClr>
              <a:buSzPts val="1500"/>
              <a:buChar char="●"/>
            </a:pPr>
            <a:r>
              <a:rPr lang="en-US" sz="1500" dirty="0">
                <a:solidFill>
                  <a:srgbClr val="000000"/>
                </a:solidFill>
                <a:latin typeface="Arial"/>
                <a:ea typeface="Arial"/>
                <a:cs typeface="Arial"/>
                <a:sym typeface="Arial"/>
              </a:rPr>
              <a:t>City selection for operational context</a:t>
            </a:r>
            <a:endParaRPr sz="1500" dirty="0">
              <a:solidFill>
                <a:srgbClr val="000000"/>
              </a:solidFill>
              <a:latin typeface="Arial"/>
              <a:ea typeface="Arial"/>
              <a:cs typeface="Arial"/>
              <a:sym typeface="Arial"/>
            </a:endParaRP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City-wise filtered shop listing</a:t>
            </a:r>
            <a:endParaRPr sz="1500" dirty="0">
              <a:solidFill>
                <a:srgbClr val="000000"/>
              </a:solidFill>
              <a:latin typeface="Arial"/>
              <a:ea typeface="Arial"/>
              <a:cs typeface="Arial"/>
              <a:sym typeface="Arial"/>
            </a:endParaRP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Add new shop functionality</a:t>
            </a:r>
            <a:endParaRPr sz="1500" dirty="0">
              <a:solidFill>
                <a:srgbClr val="000000"/>
              </a:solidFill>
              <a:latin typeface="Arial"/>
              <a:ea typeface="Arial"/>
              <a:cs typeface="Arial"/>
              <a:sym typeface="Arial"/>
            </a:endParaRP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Shop deactivation control</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Shop detail and order history view</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Territory-based data organization</a:t>
            </a:r>
            <a:br>
              <a:rPr lang="en-US" sz="1500" dirty="0">
                <a:solidFill>
                  <a:srgbClr val="000000"/>
                </a:solidFill>
                <a:latin typeface="Arial"/>
                <a:ea typeface="Arial"/>
                <a:cs typeface="Arial"/>
                <a:sym typeface="Arial"/>
              </a:rPr>
            </a:br>
            <a:endParaRPr sz="1500" dirty="0">
              <a:solidFill>
                <a:srgbClr val="000000"/>
              </a:solidFill>
              <a:latin typeface="Arial"/>
              <a:ea typeface="Arial"/>
              <a:cs typeface="Arial"/>
              <a:sym typeface="Arial"/>
            </a:endParaRPr>
          </a:p>
          <a:p>
            <a:pPr marL="0" lvl="0" indent="0">
              <a:lnSpc>
                <a:spcPct val="115000"/>
              </a:lnSpc>
              <a:spcBef>
                <a:spcPts val="1200"/>
              </a:spcBef>
            </a:pPr>
            <a:r>
              <a:rPr lang="en-US" sz="1500" b="1" dirty="0">
                <a:solidFill>
                  <a:srgbClr val="000000"/>
                </a:solidFill>
                <a:latin typeface="Arial"/>
                <a:ea typeface="Arial"/>
                <a:cs typeface="Arial"/>
                <a:sym typeface="Arial"/>
              </a:rPr>
              <a:t>Description:</a:t>
            </a:r>
            <a:br>
              <a:rPr lang="en-US" sz="1500" b="1" dirty="0">
                <a:solidFill>
                  <a:srgbClr val="000000"/>
                </a:solidFill>
                <a:latin typeface="Arial"/>
                <a:ea typeface="Arial"/>
                <a:cs typeface="Arial"/>
                <a:sym typeface="Arial"/>
              </a:rPr>
            </a:br>
            <a:r>
              <a:rPr lang="en-US" sz="1500" dirty="0">
                <a:solidFill>
                  <a:srgbClr val="000000"/>
                </a:solidFill>
                <a:latin typeface="Arial"/>
                <a:ea typeface="Arial"/>
                <a:cs typeface="Arial"/>
                <a:sym typeface="Arial"/>
              </a:rPr>
              <a:t> This module manages the city-wise operational structure and maintains a consistent shop database. It allows structured organization of client records and ensures that sales activities are aligned with selected territories.</a:t>
            </a:r>
            <a:endParaRPr sz="1500" dirty="0">
              <a:solidFill>
                <a:srgbClr val="000000"/>
              </a:solidFill>
              <a:latin typeface="Arial"/>
              <a:ea typeface="Arial"/>
              <a:cs typeface="Arial"/>
              <a:sym typeface="Arial"/>
            </a:endParaRPr>
          </a:p>
          <a:p>
            <a:pPr marL="2540" lvl="0" indent="0" algn="l" rtl="0">
              <a:lnSpc>
                <a:spcPct val="100000"/>
              </a:lnSpc>
              <a:spcBef>
                <a:spcPts val="1200"/>
              </a:spcBef>
              <a:spcAft>
                <a:spcPts val="0"/>
              </a:spcAft>
              <a:buClr>
                <a:srgbClr val="595959"/>
              </a:buClr>
              <a:buSzPts val="2400"/>
              <a:buFont typeface="Arial"/>
              <a:buNone/>
            </a:pPr>
            <a:endParaRPr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g3bc65d2d132_0_18"/>
          <p:cNvSpPr txBox="1">
            <a:spLocks noGrp="1"/>
          </p:cNvSpPr>
          <p:nvPr>
            <p:ph type="title"/>
          </p:nvPr>
        </p:nvSpPr>
        <p:spPr>
          <a:xfrm>
            <a:off x="1720954" y="208600"/>
            <a:ext cx="57021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3000" b="1">
                <a:solidFill>
                  <a:schemeClr val="dk1"/>
                </a:solidFill>
              </a:rPr>
              <a:t>3. Sales &amp; Order Execution System</a:t>
            </a:r>
            <a:endParaRPr sz="3000" b="1">
              <a:solidFill>
                <a:schemeClr val="dk1"/>
              </a:solidFill>
            </a:endParaRPr>
          </a:p>
        </p:txBody>
      </p:sp>
      <p:sp>
        <p:nvSpPr>
          <p:cNvPr id="464" name="Google Shape;464;g3bc65d2d132_0_18"/>
          <p:cNvSpPr txBox="1">
            <a:spLocks noGrp="1"/>
          </p:cNvSpPr>
          <p:nvPr>
            <p:ph type="body" idx="1"/>
          </p:nvPr>
        </p:nvSpPr>
        <p:spPr>
          <a:xfrm>
            <a:off x="389436" y="1085850"/>
            <a:ext cx="8364000" cy="4087016"/>
          </a:xfrm>
          <a:prstGeom prst="rect">
            <a:avLst/>
          </a:prstGeom>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1500" b="1" dirty="0">
                <a:solidFill>
                  <a:srgbClr val="000000"/>
                </a:solidFill>
                <a:latin typeface="Arial"/>
                <a:ea typeface="Arial"/>
                <a:cs typeface="Arial"/>
                <a:sym typeface="Arial"/>
              </a:rPr>
              <a:t>Highlights:</a:t>
            </a:r>
            <a:endParaRPr sz="1500" b="1" dirty="0">
              <a:solidFill>
                <a:srgbClr val="000000"/>
              </a:solidFill>
              <a:latin typeface="Arial"/>
              <a:ea typeface="Arial"/>
              <a:cs typeface="Arial"/>
              <a:sym typeface="Arial"/>
            </a:endParaRPr>
          </a:p>
          <a:p>
            <a:pPr lvl="0" indent="-323850">
              <a:lnSpc>
                <a:spcPct val="115000"/>
              </a:lnSpc>
              <a:spcBef>
                <a:spcPts val="1200"/>
              </a:spcBef>
              <a:buClr>
                <a:srgbClr val="000000"/>
              </a:buClr>
              <a:buSzPts val="1500"/>
              <a:buChar char="●"/>
            </a:pPr>
            <a:r>
              <a:rPr lang="en-US" sz="1500" dirty="0">
                <a:solidFill>
                  <a:srgbClr val="000000"/>
                </a:solidFill>
                <a:latin typeface="Arial"/>
                <a:ea typeface="Arial"/>
                <a:cs typeface="Arial"/>
                <a:sym typeface="Arial"/>
              </a:rPr>
              <a:t>Daily route planning and visit tracking</a:t>
            </a:r>
            <a:endParaRPr sz="1500" dirty="0">
              <a:solidFill>
                <a:srgbClr val="000000"/>
              </a:solidFill>
              <a:latin typeface="Arial"/>
              <a:ea typeface="Arial"/>
              <a:cs typeface="Arial"/>
              <a:sym typeface="Arial"/>
            </a:endParaRP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Product catalog browsing</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Smart cart system for multi-product orders</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Draft and pending order editing</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Order lifecycle tracking</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Dashboard order approval interface</a:t>
            </a:r>
          </a:p>
          <a:p>
            <a:pPr lvl="0" indent="-323850">
              <a:lnSpc>
                <a:spcPct val="115000"/>
              </a:lnSpc>
              <a:buClr>
                <a:srgbClr val="000000"/>
              </a:buClr>
              <a:buSzPts val="1500"/>
              <a:buChar char="●"/>
            </a:pPr>
            <a:endParaRPr sz="1500" dirty="0">
              <a:solidFill>
                <a:srgbClr val="000000"/>
              </a:solidFill>
              <a:latin typeface="Arial"/>
              <a:ea typeface="Arial"/>
              <a:cs typeface="Arial"/>
              <a:sym typeface="Arial"/>
            </a:endParaRPr>
          </a:p>
          <a:p>
            <a:pPr marL="0" lvl="0" indent="0">
              <a:lnSpc>
                <a:spcPct val="115000"/>
              </a:lnSpc>
              <a:spcBef>
                <a:spcPts val="1200"/>
              </a:spcBef>
            </a:pPr>
            <a:r>
              <a:rPr lang="en-US" sz="1500" b="1" dirty="0">
                <a:solidFill>
                  <a:srgbClr val="000000"/>
                </a:solidFill>
                <a:latin typeface="Arial"/>
                <a:ea typeface="Arial"/>
                <a:cs typeface="Arial"/>
                <a:sym typeface="Arial"/>
              </a:rPr>
              <a:t>Description:</a:t>
            </a:r>
            <a:br>
              <a:rPr lang="en-US" sz="1500" b="1" dirty="0">
                <a:solidFill>
                  <a:srgbClr val="000000"/>
                </a:solidFill>
                <a:latin typeface="Arial"/>
                <a:ea typeface="Arial"/>
                <a:cs typeface="Arial"/>
                <a:sym typeface="Arial"/>
              </a:rPr>
            </a:br>
            <a:r>
              <a:rPr lang="en-US" sz="1500" dirty="0">
                <a:solidFill>
                  <a:srgbClr val="000000"/>
                </a:solidFill>
                <a:latin typeface="Arial"/>
                <a:ea typeface="Arial"/>
                <a:cs typeface="Arial"/>
                <a:sym typeface="Arial"/>
              </a:rPr>
              <a:t> This module digitizes the full field-sales workflow, from shop visits to order placement. It ensures structured order creation and lifecycle tracking, improving operational efficiency and traceability.</a:t>
            </a:r>
            <a:endParaRPr sz="1500" dirty="0">
              <a:solidFill>
                <a:srgbClr val="000000"/>
              </a:solidFill>
              <a:latin typeface="Arial"/>
              <a:ea typeface="Arial"/>
              <a:cs typeface="Arial"/>
              <a:sym typeface="Arial"/>
            </a:endParaRPr>
          </a:p>
          <a:p>
            <a:pPr marL="0" lvl="0" indent="0" algn="l" rtl="0">
              <a:spcBef>
                <a:spcPts val="1200"/>
              </a:spcBef>
              <a:spcAft>
                <a:spcPts val="675"/>
              </a:spcAft>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g3bc65d2d132_0_12"/>
          <p:cNvSpPr txBox="1">
            <a:spLocks noGrp="1"/>
          </p:cNvSpPr>
          <p:nvPr>
            <p:ph type="title"/>
          </p:nvPr>
        </p:nvSpPr>
        <p:spPr>
          <a:xfrm>
            <a:off x="1743625" y="264300"/>
            <a:ext cx="5655600" cy="41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sz="3000" b="1" dirty="0">
                <a:solidFill>
                  <a:schemeClr val="dk1"/>
                </a:solidFill>
              </a:rPr>
              <a:t>4. Billing &amp; Payment Tracking</a:t>
            </a:r>
            <a:endParaRPr sz="3000" b="1" dirty="0">
              <a:solidFill>
                <a:schemeClr val="dk1"/>
              </a:solidFill>
            </a:endParaRPr>
          </a:p>
        </p:txBody>
      </p:sp>
      <p:sp>
        <p:nvSpPr>
          <p:cNvPr id="471" name="Google Shape;471;g3bc65d2d132_0_12"/>
          <p:cNvSpPr txBox="1">
            <a:spLocks noGrp="1"/>
          </p:cNvSpPr>
          <p:nvPr>
            <p:ph type="body" idx="1"/>
          </p:nvPr>
        </p:nvSpPr>
        <p:spPr>
          <a:xfrm>
            <a:off x="389436" y="1085850"/>
            <a:ext cx="8364000" cy="4352474"/>
          </a:xfrm>
          <a:prstGeom prst="rect">
            <a:avLst/>
          </a:prstGeom>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1500" b="1" dirty="0">
                <a:solidFill>
                  <a:srgbClr val="000000"/>
                </a:solidFill>
                <a:latin typeface="Arial"/>
                <a:ea typeface="Arial"/>
                <a:cs typeface="Arial"/>
                <a:sym typeface="Arial"/>
              </a:rPr>
              <a:t>Highlights:</a:t>
            </a:r>
            <a:endParaRPr sz="1500" b="1" dirty="0">
              <a:solidFill>
                <a:srgbClr val="000000"/>
              </a:solidFill>
              <a:latin typeface="Arial"/>
              <a:ea typeface="Arial"/>
              <a:cs typeface="Arial"/>
              <a:sym typeface="Arial"/>
            </a:endParaRPr>
          </a:p>
          <a:p>
            <a:pPr marL="457200" lvl="0" indent="-323850" algn="l" rtl="0">
              <a:lnSpc>
                <a:spcPct val="115000"/>
              </a:lnSpc>
              <a:spcBef>
                <a:spcPts val="1200"/>
              </a:spcBef>
              <a:spcAft>
                <a:spcPts val="0"/>
              </a:spcAft>
              <a:buClr>
                <a:srgbClr val="000000"/>
              </a:buClr>
              <a:buSzPts val="1500"/>
              <a:buChar char="●"/>
            </a:pPr>
            <a:r>
              <a:rPr lang="en-US" sz="1500" dirty="0">
                <a:solidFill>
                  <a:srgbClr val="000000"/>
                </a:solidFill>
                <a:latin typeface="Arial"/>
                <a:ea typeface="Arial"/>
                <a:cs typeface="Arial"/>
                <a:sym typeface="Arial"/>
              </a:rPr>
              <a:t>GST invoice generation</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Digital bill preview and sharing</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Invoice linking with approved orders</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Payment status visibility</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Dashboard financial overview</a:t>
            </a:r>
          </a:p>
          <a:p>
            <a:pPr lvl="0" indent="-323850">
              <a:lnSpc>
                <a:spcPct val="115000"/>
              </a:lnSpc>
              <a:buClr>
                <a:srgbClr val="000000"/>
              </a:buClr>
              <a:buSzPts val="1500"/>
              <a:buChar char="●"/>
            </a:pPr>
            <a:r>
              <a:rPr lang="en-US" sz="1500" dirty="0">
                <a:solidFill>
                  <a:srgbClr val="000000"/>
                </a:solidFill>
                <a:latin typeface="Arial"/>
                <a:ea typeface="Arial"/>
                <a:cs typeface="Arial"/>
                <a:sym typeface="Arial"/>
              </a:rPr>
              <a:t>Invoice persistence for later access</a:t>
            </a:r>
          </a:p>
          <a:p>
            <a:pPr marL="457200" lvl="0" indent="-323850" algn="l" rtl="0">
              <a:lnSpc>
                <a:spcPct val="115000"/>
              </a:lnSpc>
              <a:spcBef>
                <a:spcPts val="0"/>
              </a:spcBef>
              <a:spcAft>
                <a:spcPts val="0"/>
              </a:spcAft>
              <a:buClr>
                <a:srgbClr val="000000"/>
              </a:buClr>
              <a:buSzPts val="1500"/>
              <a:buChar char="●"/>
            </a:pPr>
            <a:r>
              <a:rPr lang="en-US" sz="1500" dirty="0">
                <a:solidFill>
                  <a:srgbClr val="000000"/>
                </a:solidFill>
                <a:latin typeface="Arial"/>
                <a:ea typeface="Arial"/>
                <a:cs typeface="Arial"/>
                <a:sym typeface="Arial"/>
              </a:rPr>
              <a:t>Outstanding balance monitoring</a:t>
            </a:r>
            <a:br>
              <a:rPr lang="en-US" sz="1500" dirty="0">
                <a:solidFill>
                  <a:srgbClr val="000000"/>
                </a:solidFill>
                <a:latin typeface="Arial"/>
                <a:ea typeface="Arial"/>
                <a:cs typeface="Arial"/>
                <a:sym typeface="Arial"/>
              </a:rPr>
            </a:br>
            <a:endParaRPr sz="1500" dirty="0">
              <a:solidFill>
                <a:srgbClr val="000000"/>
              </a:solidFill>
              <a:latin typeface="Arial"/>
              <a:ea typeface="Arial"/>
              <a:cs typeface="Arial"/>
              <a:sym typeface="Arial"/>
            </a:endParaRPr>
          </a:p>
          <a:p>
            <a:pPr marL="0" lvl="0" indent="0">
              <a:lnSpc>
                <a:spcPct val="115000"/>
              </a:lnSpc>
              <a:spcBef>
                <a:spcPts val="1200"/>
              </a:spcBef>
            </a:pPr>
            <a:r>
              <a:rPr lang="en-US" sz="1500" b="1" dirty="0">
                <a:solidFill>
                  <a:srgbClr val="000000"/>
                </a:solidFill>
                <a:latin typeface="Arial"/>
                <a:ea typeface="Arial"/>
                <a:cs typeface="Arial"/>
                <a:sym typeface="Arial"/>
              </a:rPr>
              <a:t>Description:</a:t>
            </a:r>
            <a:br>
              <a:rPr lang="en-US" sz="1500" b="1" dirty="0">
                <a:solidFill>
                  <a:srgbClr val="000000"/>
                </a:solidFill>
                <a:latin typeface="Arial"/>
                <a:ea typeface="Arial"/>
                <a:cs typeface="Arial"/>
                <a:sym typeface="Arial"/>
              </a:rPr>
            </a:br>
            <a:r>
              <a:rPr lang="en-US" sz="1500" dirty="0">
                <a:solidFill>
                  <a:srgbClr val="000000"/>
                </a:solidFill>
                <a:latin typeface="Arial"/>
                <a:ea typeface="Arial"/>
                <a:cs typeface="Arial"/>
                <a:sym typeface="Arial"/>
              </a:rPr>
              <a:t> This module converts approved orders into digital invoices and provides visibility into financial status. It ensures transparent billing and tracks outstanding payments..</a:t>
            </a:r>
            <a:endParaRPr sz="1500" dirty="0">
              <a:solidFill>
                <a:srgbClr val="000000"/>
              </a:solidFill>
              <a:latin typeface="Arial"/>
              <a:ea typeface="Arial"/>
              <a:cs typeface="Arial"/>
              <a:sym typeface="Arial"/>
            </a:endParaRPr>
          </a:p>
          <a:p>
            <a:pPr marL="0" lvl="0" indent="0" algn="l" rtl="0">
              <a:spcBef>
                <a:spcPts val="1200"/>
              </a:spcBef>
              <a:spcAft>
                <a:spcPts val="675"/>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g3bc65d2d132_0_43"/>
          <p:cNvSpPr txBox="1">
            <a:spLocks noGrp="1"/>
          </p:cNvSpPr>
          <p:nvPr>
            <p:ph type="title"/>
          </p:nvPr>
        </p:nvSpPr>
        <p:spPr>
          <a:xfrm>
            <a:off x="3826209" y="265500"/>
            <a:ext cx="1491600" cy="561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b="1"/>
              <a:t>Result</a:t>
            </a:r>
            <a:endParaRPr b="1"/>
          </a:p>
        </p:txBody>
      </p:sp>
      <p:pic>
        <p:nvPicPr>
          <p:cNvPr id="485" name="Google Shape;485;g3bc65d2d132_0_43" title="1.jpeg"/>
          <p:cNvPicPr preferRelativeResize="0"/>
          <p:nvPr/>
        </p:nvPicPr>
        <p:blipFill>
          <a:blip r:embed="rId3">
            <a:alphaModFix/>
          </a:blip>
          <a:stretch>
            <a:fillRect/>
          </a:stretch>
        </p:blipFill>
        <p:spPr>
          <a:xfrm>
            <a:off x="1050067" y="1375317"/>
            <a:ext cx="7536373" cy="3360234"/>
          </a:xfrm>
          <a:prstGeom prst="rect">
            <a:avLst/>
          </a:prstGeom>
          <a:noFill/>
          <a:ln>
            <a:noFill/>
          </a:ln>
        </p:spPr>
      </p:pic>
      <p:sp>
        <p:nvSpPr>
          <p:cNvPr id="2" name="TextBox 1">
            <a:extLst>
              <a:ext uri="{FF2B5EF4-FFF2-40B4-BE49-F238E27FC236}">
                <a16:creationId xmlns:a16="http://schemas.microsoft.com/office/drawing/2014/main" id="{FB73E151-4EE6-0211-AAE9-844E4543BF39}"/>
              </a:ext>
            </a:extLst>
          </p:cNvPr>
          <p:cNvSpPr txBox="1"/>
          <p:nvPr/>
        </p:nvSpPr>
        <p:spPr>
          <a:xfrm>
            <a:off x="981307" y="947020"/>
            <a:ext cx="1799063" cy="307777"/>
          </a:xfrm>
          <a:prstGeom prst="rect">
            <a:avLst/>
          </a:prstGeom>
          <a:noFill/>
        </p:spPr>
        <p:txBody>
          <a:bodyPr wrap="square" rtlCol="0">
            <a:spAutoFit/>
          </a:bodyPr>
          <a:lstStyle/>
          <a:p>
            <a:r>
              <a:rPr lang="en-US" dirty="0"/>
              <a:t>Admin Dashboard :</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pic>
        <p:nvPicPr>
          <p:cNvPr id="491" name="Google Shape;491;g3bc65d2d132_0_54" title="2.jpeg"/>
          <p:cNvPicPr preferRelativeResize="0"/>
          <p:nvPr/>
        </p:nvPicPr>
        <p:blipFill>
          <a:blip r:embed="rId3">
            <a:alphaModFix/>
          </a:blip>
          <a:stretch>
            <a:fillRect/>
          </a:stretch>
        </p:blipFill>
        <p:spPr>
          <a:xfrm>
            <a:off x="1219199" y="1103230"/>
            <a:ext cx="7452669" cy="3750850"/>
          </a:xfrm>
          <a:prstGeom prst="rect">
            <a:avLst/>
          </a:prstGeom>
          <a:noFill/>
          <a:ln>
            <a:noFill/>
          </a:ln>
        </p:spPr>
      </p:pic>
      <p:sp>
        <p:nvSpPr>
          <p:cNvPr id="2" name="TextBox 1">
            <a:extLst>
              <a:ext uri="{FF2B5EF4-FFF2-40B4-BE49-F238E27FC236}">
                <a16:creationId xmlns:a16="http://schemas.microsoft.com/office/drawing/2014/main" id="{CB778045-73ED-A768-1CDF-148A75B1E55F}"/>
              </a:ext>
            </a:extLst>
          </p:cNvPr>
          <p:cNvSpPr txBox="1"/>
          <p:nvPr/>
        </p:nvSpPr>
        <p:spPr>
          <a:xfrm>
            <a:off x="1189463" y="735980"/>
            <a:ext cx="1747024" cy="307777"/>
          </a:xfrm>
          <a:prstGeom prst="rect">
            <a:avLst/>
          </a:prstGeom>
          <a:noFill/>
        </p:spPr>
        <p:txBody>
          <a:bodyPr wrap="square" rtlCol="0">
            <a:spAutoFit/>
          </a:bodyPr>
          <a:lstStyle/>
          <a:p>
            <a:r>
              <a:rPr lang="en-US" dirty="0"/>
              <a:t>Orders :</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pic>
        <p:nvPicPr>
          <p:cNvPr id="497" name="Google Shape;497;g3bc65d2d132_0_59" title="3.jpeg"/>
          <p:cNvPicPr preferRelativeResize="0"/>
          <p:nvPr/>
        </p:nvPicPr>
        <p:blipFill>
          <a:blip r:embed="rId3">
            <a:alphaModFix/>
          </a:blip>
          <a:stretch>
            <a:fillRect/>
          </a:stretch>
        </p:blipFill>
        <p:spPr>
          <a:xfrm>
            <a:off x="1088152" y="1016549"/>
            <a:ext cx="7131247" cy="3790300"/>
          </a:xfrm>
          <a:prstGeom prst="rect">
            <a:avLst/>
          </a:prstGeom>
          <a:noFill/>
          <a:ln>
            <a:noFill/>
          </a:ln>
        </p:spPr>
      </p:pic>
      <p:sp>
        <p:nvSpPr>
          <p:cNvPr id="2" name="TextBox 1">
            <a:extLst>
              <a:ext uri="{FF2B5EF4-FFF2-40B4-BE49-F238E27FC236}">
                <a16:creationId xmlns:a16="http://schemas.microsoft.com/office/drawing/2014/main" id="{0953887D-3C8C-F4FF-06A9-7F5F8566C9E2}"/>
              </a:ext>
            </a:extLst>
          </p:cNvPr>
          <p:cNvSpPr txBox="1"/>
          <p:nvPr/>
        </p:nvSpPr>
        <p:spPr>
          <a:xfrm>
            <a:off x="1011044" y="646771"/>
            <a:ext cx="1546302" cy="307777"/>
          </a:xfrm>
          <a:prstGeom prst="rect">
            <a:avLst/>
          </a:prstGeom>
          <a:noFill/>
        </p:spPr>
        <p:txBody>
          <a:bodyPr wrap="square" rtlCol="0">
            <a:spAutoFit/>
          </a:bodyPr>
          <a:lstStyle/>
          <a:p>
            <a:r>
              <a:rPr lang="en-US" dirty="0"/>
              <a:t>Order Detail:</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pic>
        <p:nvPicPr>
          <p:cNvPr id="503" name="Google Shape;503;g3bc65d2d132_0_64" title="4.jpeg"/>
          <p:cNvPicPr preferRelativeResize="0"/>
          <p:nvPr/>
        </p:nvPicPr>
        <p:blipFill>
          <a:blip r:embed="rId3">
            <a:alphaModFix/>
          </a:blip>
          <a:stretch>
            <a:fillRect/>
          </a:stretch>
        </p:blipFill>
        <p:spPr>
          <a:xfrm>
            <a:off x="948905" y="1290842"/>
            <a:ext cx="7721976" cy="3581050"/>
          </a:xfrm>
          <a:prstGeom prst="rect">
            <a:avLst/>
          </a:prstGeom>
          <a:noFill/>
          <a:ln>
            <a:noFill/>
          </a:ln>
        </p:spPr>
      </p:pic>
      <p:sp>
        <p:nvSpPr>
          <p:cNvPr id="2" name="TextBox 1">
            <a:extLst>
              <a:ext uri="{FF2B5EF4-FFF2-40B4-BE49-F238E27FC236}">
                <a16:creationId xmlns:a16="http://schemas.microsoft.com/office/drawing/2014/main" id="{51CB336F-3D40-D48A-E8EC-D8FE7CB30514}"/>
              </a:ext>
            </a:extLst>
          </p:cNvPr>
          <p:cNvSpPr txBox="1"/>
          <p:nvPr/>
        </p:nvSpPr>
        <p:spPr>
          <a:xfrm>
            <a:off x="948905" y="892098"/>
            <a:ext cx="1568605" cy="307777"/>
          </a:xfrm>
          <a:prstGeom prst="rect">
            <a:avLst/>
          </a:prstGeom>
          <a:noFill/>
        </p:spPr>
        <p:txBody>
          <a:bodyPr wrap="square" rtlCol="0">
            <a:spAutoFit/>
          </a:bodyPr>
          <a:lstStyle/>
          <a:p>
            <a:r>
              <a:rPr lang="en-US" dirty="0"/>
              <a:t>Inventory :</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pic>
        <p:nvPicPr>
          <p:cNvPr id="509" name="Google Shape;509;g3bc65d2d132_0_69" title="5.jpeg"/>
          <p:cNvPicPr preferRelativeResize="0"/>
          <p:nvPr/>
        </p:nvPicPr>
        <p:blipFill>
          <a:blip r:embed="rId3">
            <a:alphaModFix/>
          </a:blip>
          <a:stretch>
            <a:fillRect/>
          </a:stretch>
        </p:blipFill>
        <p:spPr>
          <a:xfrm>
            <a:off x="1196898" y="1281680"/>
            <a:ext cx="6889916" cy="3446437"/>
          </a:xfrm>
          <a:prstGeom prst="rect">
            <a:avLst/>
          </a:prstGeom>
          <a:noFill/>
          <a:ln>
            <a:noFill/>
          </a:ln>
        </p:spPr>
      </p:pic>
      <p:sp>
        <p:nvSpPr>
          <p:cNvPr id="2" name="TextBox 1">
            <a:extLst>
              <a:ext uri="{FF2B5EF4-FFF2-40B4-BE49-F238E27FC236}">
                <a16:creationId xmlns:a16="http://schemas.microsoft.com/office/drawing/2014/main" id="{477B0F5E-E935-B06E-07D8-D005A7BD86D0}"/>
              </a:ext>
            </a:extLst>
          </p:cNvPr>
          <p:cNvSpPr txBox="1"/>
          <p:nvPr/>
        </p:nvSpPr>
        <p:spPr>
          <a:xfrm>
            <a:off x="1070516" y="892098"/>
            <a:ext cx="2222810" cy="307777"/>
          </a:xfrm>
          <a:prstGeom prst="rect">
            <a:avLst/>
          </a:prstGeom>
          <a:noFill/>
        </p:spPr>
        <p:txBody>
          <a:bodyPr wrap="square" rtlCol="0">
            <a:spAutoFit/>
          </a:bodyPr>
          <a:lstStyle/>
          <a:p>
            <a:r>
              <a:rPr lang="en-US" dirty="0"/>
              <a:t>Stock Ledger :</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g3bc65d2d132_0_74" title="6.jpeg"/>
          <p:cNvPicPr preferRelativeResize="0"/>
          <p:nvPr/>
        </p:nvPicPr>
        <p:blipFill>
          <a:blip r:embed="rId3">
            <a:alphaModFix/>
          </a:blip>
          <a:stretch>
            <a:fillRect/>
          </a:stretch>
        </p:blipFill>
        <p:spPr>
          <a:xfrm>
            <a:off x="1234068" y="1333690"/>
            <a:ext cx="7242794" cy="3192895"/>
          </a:xfrm>
          <a:prstGeom prst="rect">
            <a:avLst/>
          </a:prstGeom>
          <a:noFill/>
          <a:ln>
            <a:noFill/>
          </a:ln>
        </p:spPr>
      </p:pic>
      <p:sp>
        <p:nvSpPr>
          <p:cNvPr id="2" name="TextBox 1">
            <a:extLst>
              <a:ext uri="{FF2B5EF4-FFF2-40B4-BE49-F238E27FC236}">
                <a16:creationId xmlns:a16="http://schemas.microsoft.com/office/drawing/2014/main" id="{A15A6E12-66BF-F16E-E9FD-E2D52D733FC1}"/>
              </a:ext>
            </a:extLst>
          </p:cNvPr>
          <p:cNvSpPr txBox="1"/>
          <p:nvPr/>
        </p:nvSpPr>
        <p:spPr>
          <a:xfrm>
            <a:off x="1234068" y="899532"/>
            <a:ext cx="1888273" cy="307777"/>
          </a:xfrm>
          <a:prstGeom prst="rect">
            <a:avLst/>
          </a:prstGeom>
          <a:noFill/>
        </p:spPr>
        <p:txBody>
          <a:bodyPr wrap="square" rtlCol="0">
            <a:spAutoFit/>
          </a:bodyPr>
          <a:lstStyle/>
          <a:p>
            <a:r>
              <a:rPr lang="en-US" dirty="0"/>
              <a:t>Suppliers List :</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pic>
        <p:nvPicPr>
          <p:cNvPr id="521" name="Google Shape;521;g3bc65d2d132_0_79" title="7.jpeg"/>
          <p:cNvPicPr preferRelativeResize="0"/>
          <p:nvPr/>
        </p:nvPicPr>
        <p:blipFill>
          <a:blip r:embed="rId3">
            <a:alphaModFix/>
          </a:blip>
          <a:stretch>
            <a:fillRect/>
          </a:stretch>
        </p:blipFill>
        <p:spPr>
          <a:xfrm>
            <a:off x="1028156" y="1233366"/>
            <a:ext cx="7087688" cy="3368371"/>
          </a:xfrm>
          <a:prstGeom prst="rect">
            <a:avLst/>
          </a:prstGeom>
          <a:noFill/>
          <a:ln>
            <a:noFill/>
          </a:ln>
        </p:spPr>
      </p:pic>
      <p:sp>
        <p:nvSpPr>
          <p:cNvPr id="2" name="TextBox 1">
            <a:extLst>
              <a:ext uri="{FF2B5EF4-FFF2-40B4-BE49-F238E27FC236}">
                <a16:creationId xmlns:a16="http://schemas.microsoft.com/office/drawing/2014/main" id="{80E64608-D237-19B2-84F4-CF42F965D442}"/>
              </a:ext>
            </a:extLst>
          </p:cNvPr>
          <p:cNvSpPr txBox="1"/>
          <p:nvPr/>
        </p:nvSpPr>
        <p:spPr>
          <a:xfrm>
            <a:off x="963492" y="864589"/>
            <a:ext cx="2490439" cy="307777"/>
          </a:xfrm>
          <a:prstGeom prst="rect">
            <a:avLst/>
          </a:prstGeom>
          <a:noFill/>
        </p:spPr>
        <p:txBody>
          <a:bodyPr wrap="square" rtlCol="0">
            <a:spAutoFit/>
          </a:bodyPr>
          <a:lstStyle/>
          <a:p>
            <a:r>
              <a:rPr lang="en-US" dirty="0"/>
              <a:t>Users List :</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g3bc65d2d132_0_95" title="G.jpeg"/>
          <p:cNvPicPr preferRelativeResize="0"/>
          <p:nvPr/>
        </p:nvPicPr>
        <p:blipFill>
          <a:blip r:embed="rId3">
            <a:alphaModFix/>
          </a:blip>
          <a:stretch>
            <a:fillRect/>
          </a:stretch>
        </p:blipFill>
        <p:spPr>
          <a:xfrm>
            <a:off x="960227" y="1204331"/>
            <a:ext cx="2450749" cy="3805319"/>
          </a:xfrm>
          <a:prstGeom prst="rect">
            <a:avLst/>
          </a:prstGeom>
          <a:noFill/>
          <a:ln>
            <a:noFill/>
          </a:ln>
        </p:spPr>
      </p:pic>
      <p:pic>
        <p:nvPicPr>
          <p:cNvPr id="529" name="Google Shape;529;g3bc65d2d132_0_95" title="22.jpeg"/>
          <p:cNvPicPr preferRelativeResize="0"/>
          <p:nvPr/>
        </p:nvPicPr>
        <p:blipFill>
          <a:blip r:embed="rId4">
            <a:alphaModFix/>
          </a:blip>
          <a:stretch>
            <a:fillRect/>
          </a:stretch>
        </p:blipFill>
        <p:spPr>
          <a:xfrm>
            <a:off x="6422463" y="1204330"/>
            <a:ext cx="2450750" cy="3805319"/>
          </a:xfrm>
          <a:prstGeom prst="rect">
            <a:avLst/>
          </a:prstGeom>
          <a:noFill/>
          <a:ln>
            <a:noFill/>
          </a:ln>
        </p:spPr>
      </p:pic>
      <p:sp>
        <p:nvSpPr>
          <p:cNvPr id="2" name="TextBox 1">
            <a:extLst>
              <a:ext uri="{FF2B5EF4-FFF2-40B4-BE49-F238E27FC236}">
                <a16:creationId xmlns:a16="http://schemas.microsoft.com/office/drawing/2014/main" id="{7722E73E-AFEB-6570-51DF-79B6EBAB74CB}"/>
              </a:ext>
            </a:extLst>
          </p:cNvPr>
          <p:cNvSpPr txBox="1"/>
          <p:nvPr/>
        </p:nvSpPr>
        <p:spPr>
          <a:xfrm>
            <a:off x="960227" y="795454"/>
            <a:ext cx="2434678" cy="307777"/>
          </a:xfrm>
          <a:prstGeom prst="rect">
            <a:avLst/>
          </a:prstGeom>
          <a:noFill/>
        </p:spPr>
        <p:txBody>
          <a:bodyPr wrap="square" rtlCol="0">
            <a:spAutoFit/>
          </a:bodyPr>
          <a:lstStyle/>
          <a:p>
            <a:r>
              <a:rPr lang="en-US" dirty="0"/>
              <a:t>Mobile App Login page :</a:t>
            </a:r>
            <a:endParaRPr lang="en-IN" dirty="0"/>
          </a:p>
        </p:txBody>
      </p:sp>
      <p:pic>
        <p:nvPicPr>
          <p:cNvPr id="3" name="Google Shape;545;g3bc65d2d132_0_112" title="WhatsApp Image 2026-01-30 at 23.36.10.jpeg">
            <a:extLst>
              <a:ext uri="{FF2B5EF4-FFF2-40B4-BE49-F238E27FC236}">
                <a16:creationId xmlns:a16="http://schemas.microsoft.com/office/drawing/2014/main" id="{F6D48126-CDF5-F780-F263-6902577B8A61}"/>
              </a:ext>
            </a:extLst>
          </p:cNvPr>
          <p:cNvPicPr preferRelativeResize="0"/>
          <p:nvPr/>
        </p:nvPicPr>
        <p:blipFill>
          <a:blip r:embed="rId5">
            <a:alphaModFix/>
          </a:blip>
          <a:stretch>
            <a:fillRect/>
          </a:stretch>
        </p:blipFill>
        <p:spPr>
          <a:xfrm>
            <a:off x="3666609" y="1204331"/>
            <a:ext cx="2500221" cy="3805319"/>
          </a:xfrm>
          <a:prstGeom prst="rect">
            <a:avLst/>
          </a:prstGeom>
          <a:noFill/>
          <a:ln>
            <a:noFill/>
          </a:ln>
        </p:spPr>
      </p:pic>
      <p:sp>
        <p:nvSpPr>
          <p:cNvPr id="5" name="TextBox 4">
            <a:extLst>
              <a:ext uri="{FF2B5EF4-FFF2-40B4-BE49-F238E27FC236}">
                <a16:creationId xmlns:a16="http://schemas.microsoft.com/office/drawing/2014/main" id="{436E0EC4-8ED4-BEC0-2C83-89023FA52062}"/>
              </a:ext>
            </a:extLst>
          </p:cNvPr>
          <p:cNvSpPr txBox="1"/>
          <p:nvPr/>
        </p:nvSpPr>
        <p:spPr>
          <a:xfrm>
            <a:off x="3666609" y="795454"/>
            <a:ext cx="2347615" cy="307777"/>
          </a:xfrm>
          <a:prstGeom prst="rect">
            <a:avLst/>
          </a:prstGeom>
          <a:noFill/>
        </p:spPr>
        <p:txBody>
          <a:bodyPr wrap="square" rtlCol="0">
            <a:spAutoFit/>
          </a:bodyPr>
          <a:lstStyle/>
          <a:p>
            <a:r>
              <a:rPr lang="en-US" dirty="0"/>
              <a:t>Home page : </a:t>
            </a:r>
            <a:endParaRPr lang="en-IN" dirty="0"/>
          </a:p>
        </p:txBody>
      </p:sp>
      <p:sp>
        <p:nvSpPr>
          <p:cNvPr id="6" name="TextBox 5">
            <a:extLst>
              <a:ext uri="{FF2B5EF4-FFF2-40B4-BE49-F238E27FC236}">
                <a16:creationId xmlns:a16="http://schemas.microsoft.com/office/drawing/2014/main" id="{1BA26546-27E5-FF0F-2DBA-73BDF9ACD6B8}"/>
              </a:ext>
            </a:extLst>
          </p:cNvPr>
          <p:cNvSpPr txBox="1"/>
          <p:nvPr/>
        </p:nvSpPr>
        <p:spPr>
          <a:xfrm>
            <a:off x="6422463" y="795454"/>
            <a:ext cx="2450750" cy="307777"/>
          </a:xfrm>
          <a:prstGeom prst="rect">
            <a:avLst/>
          </a:prstGeom>
          <a:noFill/>
        </p:spPr>
        <p:txBody>
          <a:bodyPr wrap="square" rtlCol="0">
            <a:spAutoFit/>
          </a:bodyPr>
          <a:lstStyle/>
          <a:p>
            <a:r>
              <a:rPr lang="en-US" dirty="0"/>
              <a:t>Select route :</a:t>
            </a:r>
            <a:endParaRPr lang="en-IN" dirty="0"/>
          </a:p>
        </p:txBody>
      </p:sp>
      <p:sp>
        <p:nvSpPr>
          <p:cNvPr id="7" name="Rectangle 6">
            <a:extLst>
              <a:ext uri="{FF2B5EF4-FFF2-40B4-BE49-F238E27FC236}">
                <a16:creationId xmlns:a16="http://schemas.microsoft.com/office/drawing/2014/main" id="{8B9D9B23-87D5-353C-FFB9-6FC43420C103}"/>
              </a:ext>
            </a:extLst>
          </p:cNvPr>
          <p:cNvSpPr/>
          <p:nvPr/>
        </p:nvSpPr>
        <p:spPr>
          <a:xfrm>
            <a:off x="906966" y="1204330"/>
            <a:ext cx="2500221" cy="38053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4113511A-FCD4-366F-A4CA-5E3271C72058}"/>
              </a:ext>
            </a:extLst>
          </p:cNvPr>
          <p:cNvSpPr/>
          <p:nvPr/>
        </p:nvSpPr>
        <p:spPr>
          <a:xfrm>
            <a:off x="3666609" y="1204330"/>
            <a:ext cx="2500221" cy="38053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DCE3471A-F28E-D80E-F57D-B5D934463148}"/>
              </a:ext>
            </a:extLst>
          </p:cNvPr>
          <p:cNvSpPr/>
          <p:nvPr/>
        </p:nvSpPr>
        <p:spPr>
          <a:xfrm>
            <a:off x="6422463" y="1204330"/>
            <a:ext cx="2450750" cy="38053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g3bc65d2d132_0_84" title="23.jpeg"/>
          <p:cNvPicPr preferRelativeResize="0"/>
          <p:nvPr/>
        </p:nvPicPr>
        <p:blipFill>
          <a:blip r:embed="rId3">
            <a:alphaModFix/>
          </a:blip>
          <a:stretch>
            <a:fillRect/>
          </a:stretch>
        </p:blipFill>
        <p:spPr>
          <a:xfrm>
            <a:off x="3401272" y="1263805"/>
            <a:ext cx="2522525" cy="3578611"/>
          </a:xfrm>
          <a:prstGeom prst="rect">
            <a:avLst/>
          </a:prstGeom>
          <a:noFill/>
          <a:ln>
            <a:noFill/>
          </a:ln>
        </p:spPr>
      </p:pic>
      <p:pic>
        <p:nvPicPr>
          <p:cNvPr id="528" name="Google Shape;528;g3bc65d2d132_0_95" title="21.jpeg"/>
          <p:cNvPicPr preferRelativeResize="0"/>
          <p:nvPr/>
        </p:nvPicPr>
        <p:blipFill>
          <a:blip r:embed="rId4">
            <a:alphaModFix/>
          </a:blip>
          <a:stretch>
            <a:fillRect/>
          </a:stretch>
        </p:blipFill>
        <p:spPr>
          <a:xfrm>
            <a:off x="775258" y="1263805"/>
            <a:ext cx="2498803" cy="3757030"/>
          </a:xfrm>
          <a:prstGeom prst="rect">
            <a:avLst/>
          </a:prstGeom>
          <a:noFill/>
          <a:ln>
            <a:noFill/>
          </a:ln>
        </p:spPr>
      </p:pic>
      <p:sp>
        <p:nvSpPr>
          <p:cNvPr id="2" name="TextBox 1">
            <a:extLst>
              <a:ext uri="{FF2B5EF4-FFF2-40B4-BE49-F238E27FC236}">
                <a16:creationId xmlns:a16="http://schemas.microsoft.com/office/drawing/2014/main" id="{089FC7D0-45F9-142D-B12C-A1E31BD9E3EC}"/>
              </a:ext>
            </a:extLst>
          </p:cNvPr>
          <p:cNvSpPr txBox="1"/>
          <p:nvPr/>
        </p:nvSpPr>
        <p:spPr>
          <a:xfrm>
            <a:off x="775258" y="921834"/>
            <a:ext cx="2498803" cy="307777"/>
          </a:xfrm>
          <a:prstGeom prst="rect">
            <a:avLst/>
          </a:prstGeom>
          <a:noFill/>
        </p:spPr>
        <p:txBody>
          <a:bodyPr wrap="square" rtlCol="0">
            <a:spAutoFit/>
          </a:bodyPr>
          <a:lstStyle/>
          <a:p>
            <a:r>
              <a:rPr lang="en-US" dirty="0"/>
              <a:t>Add shop :</a:t>
            </a:r>
            <a:endParaRPr lang="en-IN" dirty="0"/>
          </a:p>
        </p:txBody>
      </p:sp>
      <p:sp>
        <p:nvSpPr>
          <p:cNvPr id="3" name="TextBox 2">
            <a:extLst>
              <a:ext uri="{FF2B5EF4-FFF2-40B4-BE49-F238E27FC236}">
                <a16:creationId xmlns:a16="http://schemas.microsoft.com/office/drawing/2014/main" id="{1C1C8E8A-1202-F944-EF39-09655299CCFA}"/>
              </a:ext>
            </a:extLst>
          </p:cNvPr>
          <p:cNvSpPr txBox="1"/>
          <p:nvPr/>
        </p:nvSpPr>
        <p:spPr>
          <a:xfrm>
            <a:off x="3424994" y="921834"/>
            <a:ext cx="2498803" cy="307777"/>
          </a:xfrm>
          <a:prstGeom prst="rect">
            <a:avLst/>
          </a:prstGeom>
          <a:noFill/>
        </p:spPr>
        <p:txBody>
          <a:bodyPr wrap="square" rtlCol="0">
            <a:spAutoFit/>
          </a:bodyPr>
          <a:lstStyle/>
          <a:p>
            <a:r>
              <a:rPr lang="en-US" dirty="0"/>
              <a:t>Shop list :</a:t>
            </a:r>
            <a:endParaRPr lang="en-IN" dirty="0"/>
          </a:p>
        </p:txBody>
      </p:sp>
      <p:sp>
        <p:nvSpPr>
          <p:cNvPr id="5" name="TextBox 4">
            <a:extLst>
              <a:ext uri="{FF2B5EF4-FFF2-40B4-BE49-F238E27FC236}">
                <a16:creationId xmlns:a16="http://schemas.microsoft.com/office/drawing/2014/main" id="{A10DFD00-4506-E22B-1D1C-BE209520840F}"/>
              </a:ext>
            </a:extLst>
          </p:cNvPr>
          <p:cNvSpPr txBox="1"/>
          <p:nvPr/>
        </p:nvSpPr>
        <p:spPr>
          <a:xfrm>
            <a:off x="6169709" y="921833"/>
            <a:ext cx="2758702" cy="307777"/>
          </a:xfrm>
          <a:prstGeom prst="rect">
            <a:avLst/>
          </a:prstGeom>
          <a:noFill/>
        </p:spPr>
        <p:txBody>
          <a:bodyPr wrap="square" rtlCol="0">
            <a:spAutoFit/>
          </a:bodyPr>
          <a:lstStyle/>
          <a:p>
            <a:r>
              <a:rPr lang="en-US" dirty="0"/>
              <a:t>Summary and Reports :</a:t>
            </a:r>
            <a:endParaRPr lang="en-IN" dirty="0"/>
          </a:p>
        </p:txBody>
      </p:sp>
      <p:pic>
        <p:nvPicPr>
          <p:cNvPr id="7" name="Picture 6">
            <a:extLst>
              <a:ext uri="{FF2B5EF4-FFF2-40B4-BE49-F238E27FC236}">
                <a16:creationId xmlns:a16="http://schemas.microsoft.com/office/drawing/2014/main" id="{073D2448-CBEA-F6F1-5811-EA9135E831A3}"/>
              </a:ext>
            </a:extLst>
          </p:cNvPr>
          <p:cNvPicPr>
            <a:picLocks noChangeAspect="1"/>
          </p:cNvPicPr>
          <p:nvPr/>
        </p:nvPicPr>
        <p:blipFill>
          <a:blip r:embed="rId5"/>
          <a:stretch>
            <a:fillRect/>
          </a:stretch>
        </p:blipFill>
        <p:spPr>
          <a:xfrm>
            <a:off x="6097024" y="1263804"/>
            <a:ext cx="2904072" cy="3757031"/>
          </a:xfrm>
          <a:prstGeom prst="rect">
            <a:avLst/>
          </a:prstGeom>
        </p:spPr>
      </p:pic>
      <p:sp>
        <p:nvSpPr>
          <p:cNvPr id="8" name="Rectangle 7">
            <a:extLst>
              <a:ext uri="{FF2B5EF4-FFF2-40B4-BE49-F238E27FC236}">
                <a16:creationId xmlns:a16="http://schemas.microsoft.com/office/drawing/2014/main" id="{B1C5D0C3-7ED6-0E6D-C85F-FC784730617E}"/>
              </a:ext>
            </a:extLst>
          </p:cNvPr>
          <p:cNvSpPr/>
          <p:nvPr/>
        </p:nvSpPr>
        <p:spPr>
          <a:xfrm>
            <a:off x="775258" y="1229610"/>
            <a:ext cx="2498803" cy="37912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FED7229-9EA5-3E11-416D-2C11EE7C670C}"/>
              </a:ext>
            </a:extLst>
          </p:cNvPr>
          <p:cNvSpPr/>
          <p:nvPr/>
        </p:nvSpPr>
        <p:spPr>
          <a:xfrm>
            <a:off x="3401272" y="1229610"/>
            <a:ext cx="2612952" cy="37570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8E37B37-F85C-6818-E3C8-8FFF0DEC4BC8}"/>
              </a:ext>
            </a:extLst>
          </p:cNvPr>
          <p:cNvSpPr/>
          <p:nvPr/>
        </p:nvSpPr>
        <p:spPr>
          <a:xfrm>
            <a:off x="6097024" y="1229610"/>
            <a:ext cx="2904072" cy="37912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pic>
        <p:nvPicPr>
          <p:cNvPr id="543" name="Google Shape;543;g3bc65d2d132_0_112" title="fdff.jpeg"/>
          <p:cNvPicPr preferRelativeResize="0"/>
          <p:nvPr/>
        </p:nvPicPr>
        <p:blipFill>
          <a:blip r:embed="rId3">
            <a:alphaModFix/>
          </a:blip>
          <a:stretch>
            <a:fillRect/>
          </a:stretch>
        </p:blipFill>
        <p:spPr>
          <a:xfrm>
            <a:off x="3718887" y="1036323"/>
            <a:ext cx="2393040" cy="3749598"/>
          </a:xfrm>
          <a:prstGeom prst="rect">
            <a:avLst/>
          </a:prstGeom>
          <a:noFill/>
          <a:ln>
            <a:noFill/>
          </a:ln>
        </p:spPr>
      </p:pic>
      <p:pic>
        <p:nvPicPr>
          <p:cNvPr id="544" name="Google Shape;544;g3bc65d2d132_0_112" title="fjj.jpeg"/>
          <p:cNvPicPr preferRelativeResize="0"/>
          <p:nvPr/>
        </p:nvPicPr>
        <p:blipFill>
          <a:blip r:embed="rId4">
            <a:alphaModFix/>
          </a:blip>
          <a:stretch>
            <a:fillRect/>
          </a:stretch>
        </p:blipFill>
        <p:spPr>
          <a:xfrm>
            <a:off x="902682" y="1107687"/>
            <a:ext cx="2578944" cy="3749598"/>
          </a:xfrm>
          <a:prstGeom prst="rect">
            <a:avLst/>
          </a:prstGeom>
          <a:noFill/>
          <a:ln>
            <a:noFill/>
          </a:ln>
        </p:spPr>
      </p:pic>
      <p:sp>
        <p:nvSpPr>
          <p:cNvPr id="2" name="TextBox 1">
            <a:extLst>
              <a:ext uri="{FF2B5EF4-FFF2-40B4-BE49-F238E27FC236}">
                <a16:creationId xmlns:a16="http://schemas.microsoft.com/office/drawing/2014/main" id="{73392210-4F48-571A-7B6E-7ED99630732B}"/>
              </a:ext>
            </a:extLst>
          </p:cNvPr>
          <p:cNvSpPr txBox="1"/>
          <p:nvPr/>
        </p:nvSpPr>
        <p:spPr>
          <a:xfrm>
            <a:off x="902681" y="728546"/>
            <a:ext cx="2510385" cy="307777"/>
          </a:xfrm>
          <a:prstGeom prst="rect">
            <a:avLst/>
          </a:prstGeom>
          <a:noFill/>
        </p:spPr>
        <p:txBody>
          <a:bodyPr wrap="square" rtlCol="0">
            <a:spAutoFit/>
          </a:bodyPr>
          <a:lstStyle/>
          <a:p>
            <a:r>
              <a:rPr lang="en-US" dirty="0"/>
              <a:t>Order Detail :</a:t>
            </a:r>
            <a:endParaRPr lang="en-IN" dirty="0"/>
          </a:p>
        </p:txBody>
      </p:sp>
      <p:sp>
        <p:nvSpPr>
          <p:cNvPr id="3" name="TextBox 2">
            <a:extLst>
              <a:ext uri="{FF2B5EF4-FFF2-40B4-BE49-F238E27FC236}">
                <a16:creationId xmlns:a16="http://schemas.microsoft.com/office/drawing/2014/main" id="{1F0AA961-E2CE-452B-B415-45250C5C81B1}"/>
              </a:ext>
            </a:extLst>
          </p:cNvPr>
          <p:cNvSpPr txBox="1"/>
          <p:nvPr/>
        </p:nvSpPr>
        <p:spPr>
          <a:xfrm>
            <a:off x="3672631" y="728546"/>
            <a:ext cx="2393040" cy="307777"/>
          </a:xfrm>
          <a:prstGeom prst="rect">
            <a:avLst/>
          </a:prstGeom>
          <a:noFill/>
        </p:spPr>
        <p:txBody>
          <a:bodyPr wrap="square" rtlCol="0">
            <a:spAutoFit/>
          </a:bodyPr>
          <a:lstStyle/>
          <a:p>
            <a:r>
              <a:rPr lang="en-US" dirty="0"/>
              <a:t>GST Invoice :</a:t>
            </a:r>
            <a:endParaRPr lang="en-IN" dirty="0"/>
          </a:p>
        </p:txBody>
      </p:sp>
      <p:pic>
        <p:nvPicPr>
          <p:cNvPr id="5" name="Picture 4">
            <a:extLst>
              <a:ext uri="{FF2B5EF4-FFF2-40B4-BE49-F238E27FC236}">
                <a16:creationId xmlns:a16="http://schemas.microsoft.com/office/drawing/2014/main" id="{02FA38D2-28B5-BCD7-1074-874EA6F93344}"/>
              </a:ext>
            </a:extLst>
          </p:cNvPr>
          <p:cNvPicPr>
            <a:picLocks noChangeAspect="1"/>
          </p:cNvPicPr>
          <p:nvPr/>
        </p:nvPicPr>
        <p:blipFill>
          <a:blip r:embed="rId5"/>
          <a:stretch>
            <a:fillRect/>
          </a:stretch>
        </p:blipFill>
        <p:spPr>
          <a:xfrm>
            <a:off x="6393794" y="1036323"/>
            <a:ext cx="2623826" cy="3942327"/>
          </a:xfrm>
          <a:prstGeom prst="rect">
            <a:avLst/>
          </a:prstGeom>
        </p:spPr>
      </p:pic>
      <p:sp>
        <p:nvSpPr>
          <p:cNvPr id="7" name="TextBox 6">
            <a:extLst>
              <a:ext uri="{FF2B5EF4-FFF2-40B4-BE49-F238E27FC236}">
                <a16:creationId xmlns:a16="http://schemas.microsoft.com/office/drawing/2014/main" id="{45C417FA-A905-066F-C043-FF1BCBCF2F19}"/>
              </a:ext>
            </a:extLst>
          </p:cNvPr>
          <p:cNvSpPr txBox="1"/>
          <p:nvPr/>
        </p:nvSpPr>
        <p:spPr>
          <a:xfrm>
            <a:off x="6393794" y="728546"/>
            <a:ext cx="2393040" cy="307777"/>
          </a:xfrm>
          <a:prstGeom prst="rect">
            <a:avLst/>
          </a:prstGeom>
          <a:noFill/>
        </p:spPr>
        <p:txBody>
          <a:bodyPr wrap="square" rtlCol="0">
            <a:spAutoFit/>
          </a:bodyPr>
          <a:lstStyle/>
          <a:p>
            <a:r>
              <a:rPr lang="en-US" dirty="0"/>
              <a:t>Payment Status :</a:t>
            </a:r>
            <a:endParaRPr lang="en-IN" dirty="0"/>
          </a:p>
        </p:txBody>
      </p:sp>
      <p:sp>
        <p:nvSpPr>
          <p:cNvPr id="9" name="Rectangle 8">
            <a:extLst>
              <a:ext uri="{FF2B5EF4-FFF2-40B4-BE49-F238E27FC236}">
                <a16:creationId xmlns:a16="http://schemas.microsoft.com/office/drawing/2014/main" id="{49D00F3B-9203-5083-5808-115FC530DC5A}"/>
              </a:ext>
            </a:extLst>
          </p:cNvPr>
          <p:cNvSpPr/>
          <p:nvPr/>
        </p:nvSpPr>
        <p:spPr>
          <a:xfrm>
            <a:off x="902681" y="1036323"/>
            <a:ext cx="2578945" cy="39423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C02D993A-48EE-E145-7A5B-FCDE1098389F}"/>
              </a:ext>
            </a:extLst>
          </p:cNvPr>
          <p:cNvSpPr/>
          <p:nvPr/>
        </p:nvSpPr>
        <p:spPr>
          <a:xfrm>
            <a:off x="3672631" y="1043757"/>
            <a:ext cx="2510385" cy="39423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6EFD4524-47F8-B683-5D41-FDB691C0278B}"/>
              </a:ext>
            </a:extLst>
          </p:cNvPr>
          <p:cNvSpPr/>
          <p:nvPr/>
        </p:nvSpPr>
        <p:spPr>
          <a:xfrm>
            <a:off x="6393794" y="1028889"/>
            <a:ext cx="2653562" cy="39571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9"/>
          <p:cNvSpPr txBox="1">
            <a:spLocks noGrp="1"/>
          </p:cNvSpPr>
          <p:nvPr>
            <p:ph type="title"/>
          </p:nvPr>
        </p:nvSpPr>
        <p:spPr>
          <a:xfrm>
            <a:off x="971600" y="339502"/>
            <a:ext cx="7493742" cy="560923"/>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Quattrocento Sans"/>
              <a:buNone/>
            </a:pPr>
            <a:r>
              <a:rPr lang="en-US" sz="4000" b="1"/>
              <a:t>SDG Alignment</a:t>
            </a:r>
            <a:endParaRPr/>
          </a:p>
        </p:txBody>
      </p:sp>
      <p:sp>
        <p:nvSpPr>
          <p:cNvPr id="551" name="Google Shape;551;p19"/>
          <p:cNvSpPr txBox="1">
            <a:spLocks noGrp="1"/>
          </p:cNvSpPr>
          <p:nvPr>
            <p:ph type="body" idx="1"/>
          </p:nvPr>
        </p:nvSpPr>
        <p:spPr>
          <a:xfrm>
            <a:off x="971600" y="1131590"/>
            <a:ext cx="7781774" cy="3213700"/>
          </a:xfrm>
          <a:prstGeom prst="rect">
            <a:avLst/>
          </a:prstGeom>
          <a:noFill/>
          <a:ln>
            <a:noFill/>
          </a:ln>
        </p:spPr>
        <p:txBody>
          <a:bodyPr spcFirstLastPara="1" wrap="square" lIns="0" tIns="0" rIns="0" bIns="0" anchor="t" anchorCtr="0">
            <a:spAutoFit/>
          </a:bodyPr>
          <a:lstStyle/>
          <a:p>
            <a:pPr marL="2540" lvl="0" indent="-81280" algn="l" rtl="0">
              <a:lnSpc>
                <a:spcPct val="100000"/>
              </a:lnSpc>
              <a:spcBef>
                <a:spcPts val="0"/>
              </a:spcBef>
              <a:spcAft>
                <a:spcPts val="0"/>
              </a:spcAft>
              <a:buClr>
                <a:srgbClr val="161616"/>
              </a:buClr>
              <a:buSzPts val="1280"/>
              <a:buFont typeface="Arial"/>
              <a:buChar char="•"/>
            </a:pPr>
            <a:r>
              <a:rPr lang="en-US" sz="1600" b="1" i="0">
                <a:solidFill>
                  <a:srgbClr val="161616"/>
                </a:solidFill>
                <a:latin typeface="Calibri"/>
                <a:ea typeface="Calibri"/>
                <a:cs typeface="Calibri"/>
                <a:sym typeface="Calibri"/>
              </a:rPr>
              <a:t>Brief Introduction:</a:t>
            </a:r>
            <a:r>
              <a:rPr lang="en-US" sz="1600" b="0" i="0">
                <a:solidFill>
                  <a:srgbClr val="161616"/>
                </a:solidFill>
                <a:latin typeface="Calibri"/>
                <a:ea typeface="Calibri"/>
                <a:cs typeface="Calibri"/>
                <a:sym typeface="Calibri"/>
              </a:rPr>
              <a:t> </a:t>
            </a:r>
            <a:r>
              <a:rPr lang="en-US" sz="1600">
                <a:solidFill>
                  <a:srgbClr val="161616"/>
                </a:solidFill>
              </a:rPr>
              <a:t>The project integrates inventory management and delivery optimization to reduce waste, improve efficiency, and ensure timely access to goods.</a:t>
            </a:r>
            <a:endParaRPr sz="1600">
              <a:solidFill>
                <a:srgbClr val="161616"/>
              </a:solidFill>
              <a:latin typeface="Calibri"/>
              <a:ea typeface="Calibri"/>
              <a:cs typeface="Calibri"/>
              <a:sym typeface="Calibri"/>
            </a:endParaRPr>
          </a:p>
          <a:p>
            <a:pPr marL="2540" lvl="0" indent="-81280" algn="l" rtl="0">
              <a:lnSpc>
                <a:spcPct val="100000"/>
              </a:lnSpc>
              <a:spcBef>
                <a:spcPts val="675"/>
              </a:spcBef>
              <a:spcAft>
                <a:spcPts val="0"/>
              </a:spcAft>
              <a:buClr>
                <a:srgbClr val="161616"/>
              </a:buClr>
              <a:buSzPts val="1280"/>
              <a:buFont typeface="Arial"/>
              <a:buChar char="•"/>
            </a:pPr>
            <a:r>
              <a:rPr lang="en-US" sz="1600" b="1">
                <a:solidFill>
                  <a:srgbClr val="161616"/>
                </a:solidFill>
                <a:latin typeface="Calibri"/>
                <a:ea typeface="Calibri"/>
                <a:cs typeface="Calibri"/>
                <a:sym typeface="Calibri"/>
              </a:rPr>
              <a:t>Relevant SDG(s):</a:t>
            </a:r>
            <a:endParaRPr/>
          </a:p>
          <a:p>
            <a:pPr marL="2540" lvl="0" indent="0" algn="l" rtl="0">
              <a:lnSpc>
                <a:spcPct val="100000"/>
              </a:lnSpc>
              <a:spcBef>
                <a:spcPts val="675"/>
              </a:spcBef>
              <a:spcAft>
                <a:spcPts val="0"/>
              </a:spcAft>
              <a:buClr>
                <a:srgbClr val="595959"/>
              </a:buClr>
              <a:buSzPts val="1600"/>
              <a:buFont typeface="Arial"/>
              <a:buNone/>
            </a:pPr>
            <a:endParaRPr sz="2000" b="0" i="0">
              <a:latin typeface="Calibri"/>
              <a:ea typeface="Calibri"/>
              <a:cs typeface="Calibri"/>
              <a:sym typeface="Calibri"/>
            </a:endParaRPr>
          </a:p>
          <a:p>
            <a:pPr marL="459740" lvl="0" indent="-355600" algn="l" rtl="0">
              <a:lnSpc>
                <a:spcPct val="100000"/>
              </a:lnSpc>
              <a:spcBef>
                <a:spcPts val="675"/>
              </a:spcBef>
              <a:spcAft>
                <a:spcPts val="0"/>
              </a:spcAft>
              <a:buClr>
                <a:srgbClr val="595959"/>
              </a:buClr>
              <a:buSzPts val="1600"/>
              <a:buFont typeface="Quattrocento Sans"/>
              <a:buNone/>
            </a:pPr>
            <a:endParaRPr sz="2000">
              <a:latin typeface="Calibri"/>
              <a:ea typeface="Calibri"/>
              <a:cs typeface="Calibri"/>
              <a:sym typeface="Calibri"/>
            </a:endParaRPr>
          </a:p>
          <a:p>
            <a:pPr marL="459740" lvl="0" indent="-355600" algn="l" rtl="0">
              <a:lnSpc>
                <a:spcPct val="100000"/>
              </a:lnSpc>
              <a:spcBef>
                <a:spcPts val="675"/>
              </a:spcBef>
              <a:spcAft>
                <a:spcPts val="0"/>
              </a:spcAft>
              <a:buClr>
                <a:srgbClr val="595959"/>
              </a:buClr>
              <a:buSzPts val="1600"/>
              <a:buFont typeface="Quattrocento Sans"/>
              <a:buNone/>
            </a:pPr>
            <a:endParaRPr sz="2000" b="0" i="0">
              <a:latin typeface="Calibri"/>
              <a:ea typeface="Calibri"/>
              <a:cs typeface="Calibri"/>
              <a:sym typeface="Calibri"/>
            </a:endParaRPr>
          </a:p>
          <a:p>
            <a:pPr marL="459740" lvl="0" indent="-355600" algn="l" rtl="0">
              <a:lnSpc>
                <a:spcPct val="100000"/>
              </a:lnSpc>
              <a:spcBef>
                <a:spcPts val="675"/>
              </a:spcBef>
              <a:spcAft>
                <a:spcPts val="0"/>
              </a:spcAft>
              <a:buClr>
                <a:srgbClr val="595959"/>
              </a:buClr>
              <a:buSzPts val="1600"/>
              <a:buFont typeface="Quattrocento Sans"/>
              <a:buNone/>
            </a:pPr>
            <a:endParaRPr sz="2000">
              <a:latin typeface="Calibri"/>
              <a:ea typeface="Calibri"/>
              <a:cs typeface="Calibri"/>
              <a:sym typeface="Calibri"/>
            </a:endParaRPr>
          </a:p>
          <a:p>
            <a:pPr marL="459740" lvl="0" indent="-355600" algn="l" rtl="0">
              <a:lnSpc>
                <a:spcPct val="100000"/>
              </a:lnSpc>
              <a:spcBef>
                <a:spcPts val="675"/>
              </a:spcBef>
              <a:spcAft>
                <a:spcPts val="0"/>
              </a:spcAft>
              <a:buClr>
                <a:srgbClr val="595959"/>
              </a:buClr>
              <a:buSzPts val="1600"/>
              <a:buFont typeface="Quattrocento Sans"/>
              <a:buNone/>
            </a:pPr>
            <a:endParaRPr sz="2000" b="0" i="0">
              <a:latin typeface="Calibri"/>
              <a:ea typeface="Calibri"/>
              <a:cs typeface="Calibri"/>
              <a:sym typeface="Calibri"/>
            </a:endParaRPr>
          </a:p>
          <a:p>
            <a:pPr marL="459740" lvl="0" indent="-355600" algn="l" rtl="0">
              <a:lnSpc>
                <a:spcPct val="100000"/>
              </a:lnSpc>
              <a:spcBef>
                <a:spcPts val="675"/>
              </a:spcBef>
              <a:spcAft>
                <a:spcPts val="0"/>
              </a:spcAft>
              <a:buClr>
                <a:srgbClr val="595959"/>
              </a:buClr>
              <a:buSzPts val="1600"/>
              <a:buFont typeface="Quattrocento Sans"/>
              <a:buNone/>
            </a:pPr>
            <a:endParaRPr sz="2000" b="0" i="0">
              <a:latin typeface="Calibri"/>
              <a:ea typeface="Calibri"/>
              <a:cs typeface="Calibri"/>
              <a:sym typeface="Calibri"/>
            </a:endParaRPr>
          </a:p>
        </p:txBody>
      </p:sp>
      <p:graphicFrame>
        <p:nvGraphicFramePr>
          <p:cNvPr id="552" name="Google Shape;552;p19"/>
          <p:cNvGraphicFramePr/>
          <p:nvPr/>
        </p:nvGraphicFramePr>
        <p:xfrm>
          <a:off x="1187624" y="2032858"/>
          <a:ext cx="6096000" cy="2771180"/>
        </p:xfrm>
        <a:graphic>
          <a:graphicData uri="http://schemas.openxmlformats.org/drawingml/2006/table">
            <a:tbl>
              <a:tblPr firstRow="1" bandRow="1">
                <a:noFill/>
                <a:tableStyleId>{7C3DFF2C-C29B-4000-AC2C-2F539CC5E40C}</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Clr>
                          <a:schemeClr val="dk1"/>
                        </a:buClr>
                        <a:buSzPts val="1350"/>
                        <a:buFont typeface="Quattrocento Sans"/>
                        <a:buNone/>
                      </a:pPr>
                      <a:r>
                        <a:rPr lang="en-US" sz="1350" u="none" strike="noStrike" cap="none"/>
                        <a:t>                       SDG No.</a:t>
                      </a:r>
                      <a:endParaRPr/>
                    </a:p>
                  </a:txBody>
                  <a:tcPr marL="91450" marR="91450" marT="45725" marB="45725" anchor="ctr"/>
                </a:tc>
                <a:tc>
                  <a:txBody>
                    <a:bodyPr/>
                    <a:lstStyle/>
                    <a:p>
                      <a:pPr marL="0" marR="0" lvl="0" indent="0" algn="l" rtl="0">
                        <a:spcBef>
                          <a:spcPts val="0"/>
                        </a:spcBef>
                        <a:spcAft>
                          <a:spcPts val="0"/>
                        </a:spcAft>
                        <a:buNone/>
                      </a:pPr>
                      <a:r>
                        <a:rPr lang="en-US" sz="1350" u="none" strike="noStrike" cap="none"/>
                        <a:t>              Goal Name</a:t>
                      </a:r>
                      <a:endParaRPr/>
                    </a:p>
                  </a:txBody>
                  <a:tcPr marL="91450" marR="91450" marT="45725" marB="45725"/>
                </a:tc>
                <a:extLst>
                  <a:ext uri="{0D108BD9-81ED-4DB2-BD59-A6C34878D82A}">
                    <a16:rowId xmlns:a16="http://schemas.microsoft.com/office/drawing/2014/main" val="10000"/>
                  </a:ext>
                </a:extLst>
              </a:tr>
              <a:tr h="171450">
                <a:tc>
                  <a:txBody>
                    <a:bodyPr/>
                    <a:lstStyle/>
                    <a:p>
                      <a:pPr marL="0" marR="0" lvl="0" indent="0" algn="l" rtl="0">
                        <a:spcBef>
                          <a:spcPts val="0"/>
                        </a:spcBef>
                        <a:spcAft>
                          <a:spcPts val="0"/>
                        </a:spcAft>
                        <a:buNone/>
                      </a:pPr>
                      <a:r>
                        <a:rPr lang="en-US" sz="1350"/>
                        <a:t>                    SDG 8</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Quattrocento Sans"/>
                        <a:buNone/>
                      </a:pPr>
                      <a:r>
                        <a:rPr lang="en-US" sz="1200"/>
                        <a:t> </a:t>
                      </a:r>
                      <a:r>
                        <a:rPr lang="en-US" sz="1200" b="1"/>
                        <a:t>Decent Work and Economic Growth:</a:t>
                      </a:r>
                      <a:r>
                        <a:rPr lang="en-US" sz="1200"/>
                        <a:t> Supports small businesses by streamlining inventory and delivery processes.</a:t>
                      </a:r>
                      <a:endParaRPr sz="1200"/>
                    </a:p>
                    <a:p>
                      <a:pPr marL="0" marR="0" lvl="0" indent="0" algn="l" rtl="0">
                        <a:spcBef>
                          <a:spcPts val="0"/>
                        </a:spcBef>
                        <a:spcAft>
                          <a:spcPts val="0"/>
                        </a:spcAft>
                        <a:buNone/>
                      </a:pPr>
                      <a:endParaRPr sz="135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350"/>
                        <a:t>                    SDG 9</a:t>
                      </a:r>
                      <a:endParaRPr/>
                    </a:p>
                  </a:txBody>
                  <a:tcPr marL="91450" marR="91450" marT="45725" marB="45725"/>
                </a:tc>
                <a:tc>
                  <a:txBody>
                    <a:bodyPr/>
                    <a:lstStyle/>
                    <a:p>
                      <a:pPr marL="0" marR="0" lvl="0" indent="0" algn="l" rtl="0">
                        <a:spcBef>
                          <a:spcPts val="0"/>
                        </a:spcBef>
                        <a:spcAft>
                          <a:spcPts val="0"/>
                        </a:spcAft>
                        <a:buNone/>
                      </a:pPr>
                      <a:r>
                        <a:rPr lang="en-US" sz="1350" b="1"/>
                        <a:t>Industry, Innovation, and Infrastructure:</a:t>
                      </a:r>
                      <a:r>
                        <a:rPr lang="en-US" sz="1350"/>
                        <a:t> Promotes efficient digital solutions for business operations.</a:t>
                      </a:r>
                      <a:endParaRPr sz="135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350"/>
                        <a:t>                    SDG 12</a:t>
                      </a:r>
                      <a:endParaRPr/>
                    </a:p>
                  </a:txBody>
                  <a:tcPr marL="91450" marR="91450" marT="45725" marB="45725"/>
                </a:tc>
                <a:tc>
                  <a:txBody>
                    <a:bodyPr/>
                    <a:lstStyle/>
                    <a:p>
                      <a:pPr marL="0" marR="0" lvl="0" indent="0" algn="l" rtl="0">
                        <a:spcBef>
                          <a:spcPts val="0"/>
                        </a:spcBef>
                        <a:spcAft>
                          <a:spcPts val="0"/>
                        </a:spcAft>
                        <a:buNone/>
                      </a:pPr>
                      <a:r>
                        <a:rPr lang="en-US" sz="1200" b="1"/>
                        <a:t>Responsible Consumption and Production:</a:t>
                      </a:r>
                      <a:r>
                        <a:rPr lang="en-US" sz="1200"/>
                        <a:t> Minimizes inventory waste and optimizes resource use.</a:t>
                      </a:r>
                      <a:endParaRPr sz="120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20"/>
          <p:cNvSpPr txBox="1">
            <a:spLocks noGrp="1"/>
          </p:cNvSpPr>
          <p:nvPr>
            <p:ph type="title"/>
          </p:nvPr>
        </p:nvSpPr>
        <p:spPr>
          <a:xfrm>
            <a:off x="755576" y="118338"/>
            <a:ext cx="7354728" cy="560923"/>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Quattrocento Sans"/>
              <a:buNone/>
            </a:pPr>
            <a:r>
              <a:rPr lang="en-US" b="1"/>
              <a:t>References</a:t>
            </a:r>
            <a:endParaRPr/>
          </a:p>
        </p:txBody>
      </p:sp>
      <p:sp>
        <p:nvSpPr>
          <p:cNvPr id="558" name="Google Shape;558;p20"/>
          <p:cNvSpPr txBox="1">
            <a:spLocks noGrp="1"/>
          </p:cNvSpPr>
          <p:nvPr>
            <p:ph type="body" idx="1"/>
          </p:nvPr>
        </p:nvSpPr>
        <p:spPr>
          <a:xfrm>
            <a:off x="768686" y="882066"/>
            <a:ext cx="7886700" cy="3831818"/>
          </a:xfrm>
          <a:prstGeom prst="rect">
            <a:avLst/>
          </a:prstGeom>
          <a:noFill/>
          <a:ln>
            <a:noFill/>
          </a:ln>
        </p:spPr>
        <p:txBody>
          <a:bodyPr spcFirstLastPara="1" wrap="square" lIns="0" tIns="0" rIns="0" bIns="0" anchor="t" anchorCtr="0">
            <a:spAutoFit/>
          </a:bodyPr>
          <a:lstStyle/>
          <a:p>
            <a:pPr marL="258445" lvl="0" indent="-258445" algn="l" rtl="0">
              <a:lnSpc>
                <a:spcPct val="100000"/>
              </a:lnSpc>
              <a:spcBef>
                <a:spcPts val="0"/>
              </a:spcBef>
              <a:spcAft>
                <a:spcPts val="0"/>
              </a:spcAft>
              <a:buClr>
                <a:srgbClr val="595959"/>
              </a:buClr>
              <a:buSzPts val="960"/>
              <a:buChar char="•"/>
            </a:pPr>
            <a:r>
              <a:rPr lang="en-US" sz="1200" b="0" i="0">
                <a:latin typeface="Arial"/>
                <a:ea typeface="Arial"/>
                <a:cs typeface="Arial"/>
                <a:sym typeface="Arial"/>
              </a:rPr>
              <a:t>L. Grützne, D. Voss, M.H. Breitner, "The Relationship between Inventory Management Automation and Supermarket Performance," UTHM Publisher, 2025.</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P. Sahoo, S. Nanda, "Smart Inventory Management System and Predictive Analysis," Academia.edu, 2020.</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R. Kumar, S. Singh, "An Advanced Inventory Management System Powered by IoT and AI," Int. J. Recent Technol. Innov., vol. 11, no. 4, pp. 1406-1413, Apr. 2025.</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S. Li, P. Zhao, "Study of Smart Inventory Management System Based On IoT," Scribd, 2025.</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Z. Wu, M. Chen, "Enhancing Inventory Management with Progressive Web Applications," arXiv preprint arXiv:2506.11011, 2025.</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T. Svensson, "Improvements for Inventory Management Practices," Diva Portal, 2024.</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R. Evans, "IoT-Based Inventory Control System: A Review," ResearchGate, 2022.</a:t>
            </a:r>
            <a:endParaRPr/>
          </a:p>
          <a:p>
            <a:pPr marL="258445" lvl="0" indent="-258445" algn="l" rtl="0">
              <a:lnSpc>
                <a:spcPct val="100000"/>
              </a:lnSpc>
              <a:spcBef>
                <a:spcPts val="900"/>
              </a:spcBef>
              <a:spcAft>
                <a:spcPts val="0"/>
              </a:spcAft>
              <a:buClr>
                <a:srgbClr val="595959"/>
              </a:buClr>
              <a:buSzPts val="960"/>
              <a:buChar char="•"/>
            </a:pPr>
            <a:r>
              <a:rPr lang="en-US" sz="1200" b="0" i="0">
                <a:latin typeface="Arial"/>
                <a:ea typeface="Arial"/>
                <a:cs typeface="Arial"/>
                <a:sym typeface="Arial"/>
              </a:rPr>
              <a:t>S. Naskar, "RFID in Inventory Management: A Technology Review," ResearchGate, 2016.</a:t>
            </a:r>
            <a:endParaRPr/>
          </a:p>
          <a:p>
            <a:pPr marL="258445" lvl="0" indent="-258445" algn="l" rtl="0">
              <a:lnSpc>
                <a:spcPct val="100000"/>
              </a:lnSpc>
              <a:spcBef>
                <a:spcPts val="900"/>
              </a:spcBef>
              <a:spcAft>
                <a:spcPts val="0"/>
              </a:spcAft>
              <a:buClr>
                <a:srgbClr val="595959"/>
              </a:buClr>
              <a:buSzPts val="960"/>
              <a:buChar char="•"/>
            </a:pPr>
            <a:r>
              <a:rPr lang="en-US" sz="1200">
                <a:latin typeface="Arial"/>
                <a:ea typeface="Arial"/>
                <a:cs typeface="Arial"/>
                <a:sym typeface="Arial"/>
              </a:rPr>
              <a:t>K. Lee, "Inventory Management 4.0 Using AI and IoT," IEEE Xplore, 2021</a:t>
            </a:r>
            <a:r>
              <a:rPr lang="en-US" sz="1400">
                <a:latin typeface="Arial"/>
                <a:ea typeface="Arial"/>
                <a:cs typeface="Arial"/>
                <a:sym typeface="Arial"/>
              </a:rPr>
              <a:t>.</a:t>
            </a:r>
            <a:endParaRPr/>
          </a:p>
          <a:p>
            <a:pPr marL="258445" lvl="0" indent="-187325" algn="l" rtl="0">
              <a:lnSpc>
                <a:spcPct val="100000"/>
              </a:lnSpc>
              <a:spcBef>
                <a:spcPts val="900"/>
              </a:spcBef>
              <a:spcAft>
                <a:spcPts val="0"/>
              </a:spcAft>
              <a:buClr>
                <a:srgbClr val="595959"/>
              </a:buClr>
              <a:buSzPts val="1120"/>
              <a:buFont typeface="Quattrocento Sans"/>
              <a:buNone/>
            </a:pPr>
            <a:endParaRPr sz="1400" b="0" i="0">
              <a:latin typeface="Arial"/>
              <a:ea typeface="Arial"/>
              <a:cs typeface="Arial"/>
              <a:sym typeface="Arial"/>
            </a:endParaRPr>
          </a:p>
          <a:p>
            <a:pPr marL="137160" lvl="0" indent="0" algn="l" rtl="0">
              <a:lnSpc>
                <a:spcPct val="100000"/>
              </a:lnSpc>
              <a:spcBef>
                <a:spcPts val="900"/>
              </a:spcBef>
              <a:spcAft>
                <a:spcPts val="0"/>
              </a:spcAft>
              <a:buClr>
                <a:srgbClr val="595959"/>
              </a:buClr>
              <a:buSzPts val="1120"/>
              <a:buNone/>
            </a:pPr>
            <a:endParaRPr sz="1400">
              <a:latin typeface="Quattrocento Sans"/>
              <a:ea typeface="Quattrocento Sans"/>
              <a:cs typeface="Quattrocento Sans"/>
              <a:sym typeface="Quattrocento Sans"/>
            </a:endParaRPr>
          </a:p>
        </p:txBody>
      </p:sp>
      <p:sp>
        <p:nvSpPr>
          <p:cNvPr id="559" name="Google Shape;559;p20"/>
          <p:cNvSpPr txBox="1">
            <a:spLocks noGrp="1"/>
          </p:cNvSpPr>
          <p:nvPr>
            <p:ph type="sldNum" idx="12"/>
          </p:nvPr>
        </p:nvSpPr>
        <p:spPr>
          <a:xfrm>
            <a:off x="3995936" y="4828660"/>
            <a:ext cx="2057400" cy="27384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Quattrocento Sans"/>
              <a:buNone/>
            </a:pPr>
            <a:r>
              <a:rPr lang="en-US"/>
              <a:t> </a:t>
            </a:r>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21"/>
          <p:cNvSpPr txBox="1">
            <a:spLocks noGrp="1"/>
          </p:cNvSpPr>
          <p:nvPr>
            <p:ph type="title"/>
          </p:nvPr>
        </p:nvSpPr>
        <p:spPr>
          <a:xfrm>
            <a:off x="1043608" y="74465"/>
            <a:ext cx="7354728" cy="560923"/>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rgbClr val="595959"/>
              </a:buClr>
              <a:buSzPts val="4000"/>
              <a:buFont typeface="Quattrocento Sans"/>
              <a:buNone/>
            </a:pPr>
            <a:r>
              <a:rPr lang="en-US" b="1"/>
              <a:t>References</a:t>
            </a:r>
            <a:endParaRPr/>
          </a:p>
        </p:txBody>
      </p:sp>
      <p:sp>
        <p:nvSpPr>
          <p:cNvPr id="565" name="Google Shape;565;p21"/>
          <p:cNvSpPr txBox="1">
            <a:spLocks noGrp="1"/>
          </p:cNvSpPr>
          <p:nvPr>
            <p:ph type="body" idx="1"/>
          </p:nvPr>
        </p:nvSpPr>
        <p:spPr>
          <a:xfrm>
            <a:off x="755576" y="657158"/>
            <a:ext cx="7886700" cy="4270400"/>
          </a:xfrm>
          <a:prstGeom prst="rect">
            <a:avLst/>
          </a:prstGeom>
          <a:noFill/>
          <a:ln>
            <a:noFill/>
          </a:ln>
        </p:spPr>
        <p:txBody>
          <a:bodyPr spcFirstLastPara="1" wrap="square" lIns="0" tIns="0" rIns="0" bIns="0" anchor="t" anchorCtr="0">
            <a:spAutoFit/>
          </a:bodyPr>
          <a:lstStyle/>
          <a:p>
            <a:pPr marL="258445" lvl="0" indent="-258445" algn="l" rtl="0">
              <a:lnSpc>
                <a:spcPct val="100000"/>
              </a:lnSpc>
              <a:spcBef>
                <a:spcPts val="0"/>
              </a:spcBef>
              <a:spcAft>
                <a:spcPts val="0"/>
              </a:spcAft>
              <a:buClr>
                <a:srgbClr val="595959"/>
              </a:buClr>
              <a:buSzPts val="1120"/>
              <a:buChar char="•"/>
            </a:pPr>
            <a:r>
              <a:rPr lang="en-US" sz="1400" b="0" i="0">
                <a:latin typeface="Arial"/>
                <a:ea typeface="Arial"/>
                <a:cs typeface="Arial"/>
                <a:sym typeface="Arial"/>
              </a:rPr>
              <a:t>E. Müller, "Mobile Applications for Inventory and Delivery Management," Springer, 2020.</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P. Xu, "Cloud-Based Inventory Management Systems," MDPI Electronics, vol. 8, no. 2, pp. 153, Feb. 2020.</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J. Smith, "Real-Time Inventory Tracking with IoT," Wiley Online Library, Sensors, vol. 21, no. 3, pp. 445-460, 2021.</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H. Tanaka, "A Review on Warehouse Automation and Inventory Management," Elsevier, Procedia Manufacturing, vol. 51, pp. 43-52, 2022.</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A. Sehgal, "AI-Driven Demand Forecasting for Inventory Management," Springer Link, Neural Comput. Appl., vol. 32, pp. 10543–10557, 2021.</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S. Park, J. Kim, "Delivery Management System for Last Mile Logistics," IEEE Xplore, 2022.</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M. Adams, "Mobile Delivery Applications: Enhancing Logistics," Taylor &amp; Francis, Logistics, vol. 4, no. 1, pp. 1-15, 2023.</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T. Wang, "Role-Based Access Control in Inventory Systems," ACM Digital Library, Proc. ACM Comp. Syst., vol. 16, pp. 34-44, 2020.</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R. Patel, "Digital Receipt Automation for Retail," Springer, Smart Commerce, vol. 2, pp. 123-134, 2022.</a:t>
            </a:r>
            <a:endParaRPr/>
          </a:p>
          <a:p>
            <a:pPr marL="258445" lvl="0" indent="-258445" algn="l" rtl="0">
              <a:lnSpc>
                <a:spcPct val="100000"/>
              </a:lnSpc>
              <a:spcBef>
                <a:spcPts val="900"/>
              </a:spcBef>
              <a:spcAft>
                <a:spcPts val="0"/>
              </a:spcAft>
              <a:buClr>
                <a:srgbClr val="595959"/>
              </a:buClr>
              <a:buSzPts val="1120"/>
              <a:buChar char="•"/>
            </a:pPr>
            <a:r>
              <a:rPr lang="en-US" sz="1400" b="0" i="0">
                <a:latin typeface="Arial"/>
                <a:ea typeface="Arial"/>
                <a:cs typeface="Arial"/>
                <a:sym typeface="Arial"/>
              </a:rPr>
              <a:t>Y. Li, "Inventory Management with Multi-Agent Systems," Proc. IJCAI, 2019, pp. 501–510.</a:t>
            </a:r>
            <a:endParaRPr/>
          </a:p>
        </p:txBody>
      </p:sp>
      <p:sp>
        <p:nvSpPr>
          <p:cNvPr id="566" name="Google Shape;566;p21"/>
          <p:cNvSpPr txBox="1">
            <a:spLocks noGrp="1"/>
          </p:cNvSpPr>
          <p:nvPr>
            <p:ph type="sldNum" idx="12"/>
          </p:nvPr>
        </p:nvSpPr>
        <p:spPr>
          <a:xfrm>
            <a:off x="6457950" y="5236044"/>
            <a:ext cx="2057400" cy="14401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Quattrocento Sans"/>
              <a:buNone/>
            </a:pPr>
            <a:r>
              <a:rPr lang="en-US"/>
              <a:t> </a:t>
            </a:r>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2"/>
          <p:cNvSpPr txBox="1">
            <a:spLocks noGrp="1"/>
          </p:cNvSpPr>
          <p:nvPr>
            <p:ph type="title"/>
          </p:nvPr>
        </p:nvSpPr>
        <p:spPr>
          <a:xfrm>
            <a:off x="1371601" y="4000500"/>
            <a:ext cx="7620000" cy="7429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3600"/>
              <a:buFont typeface="Arial"/>
              <a:buNone/>
            </a:pPr>
            <a:r>
              <a:rPr lang="en-US">
                <a:solidFill>
                  <a:schemeClr val="lt1"/>
                </a:solidFill>
              </a:rPr>
              <a:t>Thank You..</a:t>
            </a:r>
            <a:endParaRPr/>
          </a:p>
        </p:txBody>
      </p:sp>
      <p:sp>
        <p:nvSpPr>
          <p:cNvPr id="573" name="Google Shape;573;p22"/>
          <p:cNvSpPr txBox="1">
            <a:spLocks noGrp="1"/>
          </p:cNvSpPr>
          <p:nvPr>
            <p:ph type="body" idx="1"/>
          </p:nvPr>
        </p:nvSpPr>
        <p:spPr>
          <a:xfrm>
            <a:off x="116042" y="3451860"/>
            <a:ext cx="8911918" cy="514350"/>
          </a:xfrm>
          <a:prstGeom prst="rect">
            <a:avLst/>
          </a:prstGeom>
          <a:noFill/>
          <a:ln>
            <a:noFill/>
          </a:ln>
        </p:spPr>
        <p:txBody>
          <a:bodyPr spcFirstLastPara="1" wrap="square" lIns="109450" tIns="54725" rIns="109450" bIns="54725" anchor="t" anchorCtr="0">
            <a:noAutofit/>
          </a:bodyPr>
          <a:lstStyle/>
          <a:p>
            <a:pPr marL="0" lvl="0" indent="0" algn="ctr" rtl="0">
              <a:spcBef>
                <a:spcPts val="0"/>
              </a:spcBef>
              <a:spcAft>
                <a:spcPts val="0"/>
              </a:spcAft>
              <a:buClr>
                <a:srgbClr val="002060"/>
              </a:buClr>
              <a:buSzPts val="2100"/>
              <a:buNone/>
            </a:pPr>
            <a:endParaRPr/>
          </a:p>
        </p:txBody>
      </p:sp>
    </p:spTree>
  </p:cSld>
  <p:clrMapOvr>
    <a:masterClrMapping/>
  </p:clrMapOvr>
</p:sld>
</file>

<file path=ppt/theme/theme1.xml><?xml version="1.0" encoding="utf-8"?>
<a:theme xmlns:a="http://schemas.openxmlformats.org/drawingml/2006/main" name="Cover and End Slide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3203</Words>
  <Application>Microsoft Office PowerPoint</Application>
  <PresentationFormat>On-screen Show (16:9)</PresentationFormat>
  <Paragraphs>390</Paragraphs>
  <Slides>35</Slides>
  <Notes>35</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35</vt:i4>
      </vt:variant>
    </vt:vector>
  </HeadingPairs>
  <TitlesOfParts>
    <vt:vector size="44" baseType="lpstr">
      <vt:lpstr>Arial</vt:lpstr>
      <vt:lpstr>Noto Sans Symbols</vt:lpstr>
      <vt:lpstr>Times New Roman</vt:lpstr>
      <vt:lpstr>Quattrocento Sans</vt:lpstr>
      <vt:lpstr>Calibri</vt:lpstr>
      <vt:lpstr>Cover and End Slide Master</vt:lpstr>
      <vt:lpstr>Contents Slide Master</vt:lpstr>
      <vt:lpstr>Section Break Slide Master</vt:lpstr>
      <vt:lpstr>MS1444_Windows Azure Template 16x9_r08b</vt:lpstr>
      <vt:lpstr>UG Program – BE Information Technology</vt:lpstr>
      <vt:lpstr>PowerPoint Presentation</vt:lpstr>
      <vt:lpstr>PowerPoint Presentation</vt:lpstr>
      <vt:lpstr>Program Educational Objectives (PEOs)</vt:lpstr>
      <vt:lpstr>PowerPoint Presentation</vt:lpstr>
      <vt:lpstr>Project Overview and Background</vt:lpstr>
      <vt:lpstr>Problem Statement</vt:lpstr>
      <vt:lpstr>Project objectives and scope</vt:lpstr>
      <vt:lpstr>Mapping of Project Outcomes (POs) to Program Outcomes (POs)/Program Specific Outcomes (PSOs)</vt:lpstr>
      <vt:lpstr>Literature Review</vt:lpstr>
      <vt:lpstr>Base Papers (Journal/ Conference)</vt:lpstr>
      <vt:lpstr>Proposed System Architecture</vt:lpstr>
      <vt:lpstr>Requirement specification (Developer side )</vt:lpstr>
      <vt:lpstr>Requirement specification (Developer side )</vt:lpstr>
      <vt:lpstr>Requirement specification (Users side )</vt:lpstr>
      <vt:lpstr>Methodology </vt:lpstr>
      <vt:lpstr>Modules</vt:lpstr>
      <vt:lpstr>1. User &amp; Role Structure</vt:lpstr>
      <vt:lpstr>2. Shop &amp; Territory Management</vt:lpstr>
      <vt:lpstr>3. Sales &amp; Order Execution System</vt:lpstr>
      <vt:lpstr>4. Billing &amp; Payment Tracking</vt:lpstr>
      <vt:lpstr>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SDG Alignment</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googleslidesppt.com;allppt.com</dc:creator>
  <cp:lastModifiedBy>Mayur Garje</cp:lastModifiedBy>
  <cp:revision>2</cp:revision>
  <cp:lastPrinted>2026-04-20T13:03:57Z</cp:lastPrinted>
  <dcterms:created xsi:type="dcterms:W3CDTF">2016-12-05T23:26:00Z</dcterms:created>
  <dcterms:modified xsi:type="dcterms:W3CDTF">2026-04-20T13:04:36Z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1033-11.2.0.8339</vt:lpwstr>
  </property>
</Properties>
</file>